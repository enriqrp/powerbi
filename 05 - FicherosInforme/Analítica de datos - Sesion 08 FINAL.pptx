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44"/>
  </p:notesMasterIdLst>
  <p:sldIdLst>
    <p:sldId id="256" r:id="rId2"/>
    <p:sldId id="502" r:id="rId3"/>
    <p:sldId id="381" r:id="rId4"/>
    <p:sldId id="550" r:id="rId5"/>
    <p:sldId id="597" r:id="rId6"/>
    <p:sldId id="591" r:id="rId7"/>
    <p:sldId id="594" r:id="rId8"/>
    <p:sldId id="595" r:id="rId9"/>
    <p:sldId id="380" r:id="rId10"/>
    <p:sldId id="506" r:id="rId11"/>
    <p:sldId id="553" r:id="rId12"/>
    <p:sldId id="409" r:id="rId13"/>
    <p:sldId id="410" r:id="rId14"/>
    <p:sldId id="411" r:id="rId15"/>
    <p:sldId id="583" r:id="rId16"/>
    <p:sldId id="584" r:id="rId17"/>
    <p:sldId id="418" r:id="rId18"/>
    <p:sldId id="596" r:id="rId19"/>
    <p:sldId id="536" r:id="rId20"/>
    <p:sldId id="598" r:id="rId21"/>
    <p:sldId id="592" r:id="rId22"/>
    <p:sldId id="538" r:id="rId23"/>
    <p:sldId id="599" r:id="rId24"/>
    <p:sldId id="600" r:id="rId25"/>
    <p:sldId id="539" r:id="rId26"/>
    <p:sldId id="601" r:id="rId27"/>
    <p:sldId id="602" r:id="rId28"/>
    <p:sldId id="540" r:id="rId29"/>
    <p:sldId id="603" r:id="rId30"/>
    <p:sldId id="604" r:id="rId31"/>
    <p:sldId id="541" r:id="rId32"/>
    <p:sldId id="605" r:id="rId33"/>
    <p:sldId id="606" r:id="rId34"/>
    <p:sldId id="542" r:id="rId35"/>
    <p:sldId id="607" r:id="rId36"/>
    <p:sldId id="608" r:id="rId37"/>
    <p:sldId id="543" r:id="rId38"/>
    <p:sldId id="609" r:id="rId39"/>
    <p:sldId id="610" r:id="rId40"/>
    <p:sldId id="611" r:id="rId41"/>
    <p:sldId id="612" r:id="rId42"/>
    <p:sldId id="349" r:id="rId4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12E267-BCB8-14B1-265D-9EA78068E473}" v="3295" dt="2025-06-23T08:02:01.6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rique Roman Pelaez" userId="S::enrique.romanpelaez@plexus.tech::eafb5844-583e-4749-bdf2-4c5817a5a417" providerId="AD" clId="Web-{DF12E267-BCB8-14B1-265D-9EA78068E473}"/>
    <pc:docChg chg="addSld delSld modSld sldOrd">
      <pc:chgData name="Enrique Roman Pelaez" userId="S::enrique.romanpelaez@plexus.tech::eafb5844-583e-4749-bdf2-4c5817a5a417" providerId="AD" clId="Web-{DF12E267-BCB8-14B1-265D-9EA78068E473}" dt="2025-06-23T08:02:00.136" v="2820" actId="20577"/>
      <pc:docMkLst>
        <pc:docMk/>
      </pc:docMkLst>
      <pc:sldChg chg="modSp">
        <pc:chgData name="Enrique Roman Pelaez" userId="S::enrique.romanpelaez@plexus.tech::eafb5844-583e-4749-bdf2-4c5817a5a417" providerId="AD" clId="Web-{DF12E267-BCB8-14B1-265D-9EA78068E473}" dt="2025-06-23T08:02:00.136" v="2820" actId="20577"/>
        <pc:sldMkLst>
          <pc:docMk/>
          <pc:sldMk cId="2406273178" sldId="256"/>
        </pc:sldMkLst>
        <pc:spChg chg="mod">
          <ac:chgData name="Enrique Roman Pelaez" userId="S::enrique.romanpelaez@plexus.tech::eafb5844-583e-4749-bdf2-4c5817a5a417" providerId="AD" clId="Web-{DF12E267-BCB8-14B1-265D-9EA78068E473}" dt="2025-06-23T08:02:00.136" v="2820" actId="20577"/>
          <ac:spMkLst>
            <pc:docMk/>
            <pc:sldMk cId="2406273178" sldId="256"/>
            <ac:spMk id="2" creationId="{00000000-0000-0000-0000-000000000000}"/>
          </ac:spMkLst>
        </pc:spChg>
      </pc:sldChg>
      <pc:sldChg chg="del">
        <pc:chgData name="Enrique Roman Pelaez" userId="S::enrique.romanpelaez@plexus.tech::eafb5844-583e-4749-bdf2-4c5817a5a417" providerId="AD" clId="Web-{DF12E267-BCB8-14B1-265D-9EA78068E473}" dt="2025-06-22T12:15:10.167" v="140"/>
        <pc:sldMkLst>
          <pc:docMk/>
          <pc:sldMk cId="471544701" sldId="326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1:17.068" v="82"/>
        <pc:sldMkLst>
          <pc:docMk/>
          <pc:sldMk cId="2402712507" sldId="377"/>
        </pc:sldMkLst>
      </pc:sldChg>
      <pc:sldChg chg="modSp add">
        <pc:chgData name="Enrique Roman Pelaez" userId="S::enrique.romanpelaez@plexus.tech::eafb5844-583e-4749-bdf2-4c5817a5a417" providerId="AD" clId="Web-{DF12E267-BCB8-14B1-265D-9EA78068E473}" dt="2025-06-23T04:52:54.641" v="551" actId="20577"/>
        <pc:sldMkLst>
          <pc:docMk/>
          <pc:sldMk cId="181607977" sldId="380"/>
        </pc:sldMkLst>
        <pc:spChg chg="mod">
          <ac:chgData name="Enrique Roman Pelaez" userId="S::enrique.romanpelaez@plexus.tech::eafb5844-583e-4749-bdf2-4c5817a5a417" providerId="AD" clId="Web-{DF12E267-BCB8-14B1-265D-9EA78068E473}" dt="2025-06-23T04:52:54.641" v="551" actId="20577"/>
          <ac:spMkLst>
            <pc:docMk/>
            <pc:sldMk cId="181607977" sldId="380"/>
            <ac:spMk id="2" creationId="{8566F63D-21AC-816E-1EA1-4CE279D9F2CD}"/>
          </ac:spMkLst>
        </pc:spChg>
      </pc:sldChg>
      <pc:sldChg chg="modSp ord">
        <pc:chgData name="Enrique Roman Pelaez" userId="S::enrique.romanpelaez@plexus.tech::eafb5844-583e-4749-bdf2-4c5817a5a417" providerId="AD" clId="Web-{DF12E267-BCB8-14B1-265D-9EA78068E473}" dt="2025-06-23T05:08:39.693" v="695" actId="20577"/>
        <pc:sldMkLst>
          <pc:docMk/>
          <pc:sldMk cId="3855826105" sldId="381"/>
        </pc:sldMkLst>
        <pc:spChg chg="mod">
          <ac:chgData name="Enrique Roman Pelaez" userId="S::enrique.romanpelaez@plexus.tech::eafb5844-583e-4749-bdf2-4c5817a5a417" providerId="AD" clId="Web-{DF12E267-BCB8-14B1-265D-9EA78068E473}" dt="2025-06-23T05:08:39.693" v="695" actId="20577"/>
          <ac:spMkLst>
            <pc:docMk/>
            <pc:sldMk cId="3855826105" sldId="381"/>
            <ac:spMk id="2" creationId="{1FBD0C86-71CB-420F-DB8C-46DEE7148851}"/>
          </ac:spMkLst>
        </pc:spChg>
      </pc:sldChg>
      <pc:sldChg chg="del">
        <pc:chgData name="Enrique Roman Pelaez" userId="S::enrique.romanpelaez@plexus.tech::eafb5844-583e-4749-bdf2-4c5817a5a417" providerId="AD" clId="Web-{DF12E267-BCB8-14B1-265D-9EA78068E473}" dt="2025-06-22T12:14:53.245" v="119"/>
        <pc:sldMkLst>
          <pc:docMk/>
          <pc:sldMk cId="2045747625" sldId="396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4.760" v="121"/>
        <pc:sldMkLst>
          <pc:docMk/>
          <pc:sldMk cId="509740078" sldId="397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6.963" v="124"/>
        <pc:sldMkLst>
          <pc:docMk/>
          <pc:sldMk cId="1801759749" sldId="398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9.214" v="127"/>
        <pc:sldMkLst>
          <pc:docMk/>
          <pc:sldMk cId="1525329178" sldId="399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5:01.229" v="128"/>
        <pc:sldMkLst>
          <pc:docMk/>
          <pc:sldMk cId="864141877" sldId="403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5:02.010" v="129"/>
        <pc:sldMkLst>
          <pc:docMk/>
          <pc:sldMk cId="3026235541" sldId="404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5:02.698" v="130"/>
        <pc:sldMkLst>
          <pc:docMk/>
          <pc:sldMk cId="4228608856" sldId="405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5:03.417" v="131"/>
        <pc:sldMkLst>
          <pc:docMk/>
          <pc:sldMk cId="3441347285" sldId="407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5:04.214" v="132"/>
        <pc:sldMkLst>
          <pc:docMk/>
          <pc:sldMk cId="4210889584" sldId="408"/>
        </pc:sldMkLst>
      </pc:sldChg>
      <pc:sldChg chg="modSp add del">
        <pc:chgData name="Enrique Roman Pelaez" userId="S::enrique.romanpelaez@plexus.tech::eafb5844-583e-4749-bdf2-4c5817a5a417" providerId="AD" clId="Web-{DF12E267-BCB8-14B1-265D-9EA78068E473}" dt="2025-06-23T04:58:02.528" v="585" actId="20577"/>
        <pc:sldMkLst>
          <pc:docMk/>
          <pc:sldMk cId="2435792898" sldId="409"/>
        </pc:sldMkLst>
        <pc:spChg chg="mod">
          <ac:chgData name="Enrique Roman Pelaez" userId="S::enrique.romanpelaez@plexus.tech::eafb5844-583e-4749-bdf2-4c5817a5a417" providerId="AD" clId="Web-{DF12E267-BCB8-14B1-265D-9EA78068E473}" dt="2025-06-23T04:58:02.528" v="585" actId="20577"/>
          <ac:spMkLst>
            <pc:docMk/>
            <pc:sldMk cId="2435792898" sldId="409"/>
            <ac:spMk id="2" creationId="{FBA89D59-DEA5-78FE-73D8-66A5127D3633}"/>
          </ac:spMkLst>
        </pc:spChg>
      </pc:sldChg>
      <pc:sldChg chg="modSp add del">
        <pc:chgData name="Enrique Roman Pelaez" userId="S::enrique.romanpelaez@plexus.tech::eafb5844-583e-4749-bdf2-4c5817a5a417" providerId="AD" clId="Web-{DF12E267-BCB8-14B1-265D-9EA78068E473}" dt="2025-06-23T04:58:38.966" v="589" actId="20577"/>
        <pc:sldMkLst>
          <pc:docMk/>
          <pc:sldMk cId="4015437789" sldId="410"/>
        </pc:sldMkLst>
        <pc:spChg chg="mod">
          <ac:chgData name="Enrique Roman Pelaez" userId="S::enrique.romanpelaez@plexus.tech::eafb5844-583e-4749-bdf2-4c5817a5a417" providerId="AD" clId="Web-{DF12E267-BCB8-14B1-265D-9EA78068E473}" dt="2025-06-23T04:58:38.966" v="589" actId="20577"/>
          <ac:spMkLst>
            <pc:docMk/>
            <pc:sldMk cId="4015437789" sldId="410"/>
            <ac:spMk id="2" creationId="{78FE5713-ADFA-5A00-D884-771AF8B2541D}"/>
          </ac:spMkLst>
        </pc:spChg>
      </pc:sldChg>
      <pc:sldChg chg="modSp add del">
        <pc:chgData name="Enrique Roman Pelaez" userId="S::enrique.romanpelaez@plexus.tech::eafb5844-583e-4749-bdf2-4c5817a5a417" providerId="AD" clId="Web-{DF12E267-BCB8-14B1-265D-9EA78068E473}" dt="2025-06-23T04:58:43.263" v="590" actId="20577"/>
        <pc:sldMkLst>
          <pc:docMk/>
          <pc:sldMk cId="2904906198" sldId="411"/>
        </pc:sldMkLst>
        <pc:spChg chg="mod">
          <ac:chgData name="Enrique Roman Pelaez" userId="S::enrique.romanpelaez@plexus.tech::eafb5844-583e-4749-bdf2-4c5817a5a417" providerId="AD" clId="Web-{DF12E267-BCB8-14B1-265D-9EA78068E473}" dt="2025-06-23T04:58:43.263" v="590" actId="20577"/>
          <ac:spMkLst>
            <pc:docMk/>
            <pc:sldMk cId="2904906198" sldId="411"/>
            <ac:spMk id="2" creationId="{B86418B1-792D-1CB8-3747-8B125CDD5BAD}"/>
          </ac:spMkLst>
        </pc:spChg>
      </pc:sldChg>
      <pc:sldChg chg="del">
        <pc:chgData name="Enrique Roman Pelaez" userId="S::enrique.romanpelaez@plexus.tech::eafb5844-583e-4749-bdf2-4c5817a5a417" providerId="AD" clId="Web-{DF12E267-BCB8-14B1-265D-9EA78068E473}" dt="2025-06-22T12:15:07.198" v="136"/>
        <pc:sldMkLst>
          <pc:docMk/>
          <pc:sldMk cId="797166546" sldId="412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5:07.901" v="137"/>
        <pc:sldMkLst>
          <pc:docMk/>
          <pc:sldMk cId="2539628391" sldId="413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5:08.714" v="138"/>
        <pc:sldMkLst>
          <pc:docMk/>
          <pc:sldMk cId="2339681748" sldId="414"/>
        </pc:sldMkLst>
      </pc:sldChg>
      <pc:sldChg chg="delSp modSp add del">
        <pc:chgData name="Enrique Roman Pelaez" userId="S::enrique.romanpelaez@plexus.tech::eafb5844-583e-4749-bdf2-4c5817a5a417" providerId="AD" clId="Web-{DF12E267-BCB8-14B1-265D-9EA78068E473}" dt="2025-06-23T05:07:43.753" v="659"/>
        <pc:sldMkLst>
          <pc:docMk/>
          <pc:sldMk cId="937909777" sldId="418"/>
        </pc:sldMkLst>
        <pc:spChg chg="mod">
          <ac:chgData name="Enrique Roman Pelaez" userId="S::enrique.romanpelaez@plexus.tech::eafb5844-583e-4749-bdf2-4c5817a5a417" providerId="AD" clId="Web-{DF12E267-BCB8-14B1-265D-9EA78068E473}" dt="2025-06-23T05:06:48.251" v="648" actId="20577"/>
          <ac:spMkLst>
            <pc:docMk/>
            <pc:sldMk cId="937909777" sldId="418"/>
            <ac:spMk id="2" creationId="{E80C6DD0-A814-17CD-28BB-AAFBAE98BB77}"/>
          </ac:spMkLst>
        </pc:spChg>
        <pc:spChg chg="mod">
          <ac:chgData name="Enrique Roman Pelaez" userId="S::enrique.romanpelaez@plexus.tech::eafb5844-583e-4749-bdf2-4c5817a5a417" providerId="AD" clId="Web-{DF12E267-BCB8-14B1-265D-9EA78068E473}" dt="2025-06-23T05:07:30.112" v="656" actId="20577"/>
          <ac:spMkLst>
            <pc:docMk/>
            <pc:sldMk cId="937909777" sldId="418"/>
            <ac:spMk id="4" creationId="{58113AEC-5DE4-06D7-696A-47CFEF57AC8E}"/>
          </ac:spMkLst>
        </pc:spChg>
        <pc:picChg chg="mod">
          <ac:chgData name="Enrique Roman Pelaez" userId="S::enrique.romanpelaez@plexus.tech::eafb5844-583e-4749-bdf2-4c5817a5a417" providerId="AD" clId="Web-{DF12E267-BCB8-14B1-265D-9EA78068E473}" dt="2025-06-23T05:07:42.519" v="658" actId="1076"/>
          <ac:picMkLst>
            <pc:docMk/>
            <pc:sldMk cId="937909777" sldId="418"/>
            <ac:picMk id="3" creationId="{9ED73F81-9D28-0831-667C-714D4F254E3F}"/>
          </ac:picMkLst>
        </pc:picChg>
        <pc:picChg chg="del">
          <ac:chgData name="Enrique Roman Pelaez" userId="S::enrique.romanpelaez@plexus.tech::eafb5844-583e-4749-bdf2-4c5817a5a417" providerId="AD" clId="Web-{DF12E267-BCB8-14B1-265D-9EA78068E473}" dt="2025-06-23T05:07:43.753" v="659"/>
          <ac:picMkLst>
            <pc:docMk/>
            <pc:sldMk cId="937909777" sldId="418"/>
            <ac:picMk id="1028" creationId="{D48624E0-CC95-947C-1930-38891203EE2C}"/>
          </ac:picMkLst>
        </pc:picChg>
      </pc:sldChg>
      <pc:sldChg chg="del">
        <pc:chgData name="Enrique Roman Pelaez" userId="S::enrique.romanpelaez@plexus.tech::eafb5844-583e-4749-bdf2-4c5817a5a417" providerId="AD" clId="Web-{DF12E267-BCB8-14B1-265D-9EA78068E473}" dt="2025-06-22T12:15:10.917" v="141"/>
        <pc:sldMkLst>
          <pc:docMk/>
          <pc:sldMk cId="4197208011" sldId="419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1:19.943" v="83"/>
        <pc:sldMkLst>
          <pc:docMk/>
          <pc:sldMk cId="1729996518" sldId="470"/>
        </pc:sldMkLst>
      </pc:sldChg>
      <pc:sldChg chg="modSp">
        <pc:chgData name="Enrique Roman Pelaez" userId="S::enrique.romanpelaez@plexus.tech::eafb5844-583e-4749-bdf2-4c5817a5a417" providerId="AD" clId="Web-{DF12E267-BCB8-14B1-265D-9EA78068E473}" dt="2025-06-22T12:10:43.770" v="80"/>
        <pc:sldMkLst>
          <pc:docMk/>
          <pc:sldMk cId="2705129091" sldId="502"/>
        </pc:sldMkLst>
        <pc:graphicFrameChg chg="mod modGraphic">
          <ac:chgData name="Enrique Roman Pelaez" userId="S::enrique.romanpelaez@plexus.tech::eafb5844-583e-4749-bdf2-4c5817a5a417" providerId="AD" clId="Web-{DF12E267-BCB8-14B1-265D-9EA78068E473}" dt="2025-06-22T12:10:43.770" v="80"/>
          <ac:graphicFrameMkLst>
            <pc:docMk/>
            <pc:sldMk cId="2705129091" sldId="502"/>
            <ac:graphicFrameMk id="5" creationId="{3C091E60-4099-B3FF-A35B-A43B1F48A4CD}"/>
          </ac:graphicFrameMkLst>
        </pc:graphicFrameChg>
      </pc:sldChg>
      <pc:sldChg chg="del">
        <pc:chgData name="Enrique Roman Pelaez" userId="S::enrique.romanpelaez@plexus.tech::eafb5844-583e-4749-bdf2-4c5817a5a417" providerId="AD" clId="Web-{DF12E267-BCB8-14B1-265D-9EA78068E473}" dt="2025-06-22T12:12:59.773" v="97"/>
        <pc:sldMkLst>
          <pc:docMk/>
          <pc:sldMk cId="3997111531" sldId="504"/>
        </pc:sldMkLst>
      </pc:sldChg>
      <pc:sldChg chg="modSp add del">
        <pc:chgData name="Enrique Roman Pelaez" userId="S::enrique.romanpelaez@plexus.tech::eafb5844-583e-4749-bdf2-4c5817a5a417" providerId="AD" clId="Web-{DF12E267-BCB8-14B1-265D-9EA78068E473}" dt="2025-06-23T04:55:51.538" v="573" actId="20577"/>
        <pc:sldMkLst>
          <pc:docMk/>
          <pc:sldMk cId="2897043620" sldId="506"/>
        </pc:sldMkLst>
        <pc:spChg chg="mod">
          <ac:chgData name="Enrique Roman Pelaez" userId="S::enrique.romanpelaez@plexus.tech::eafb5844-583e-4749-bdf2-4c5817a5a417" providerId="AD" clId="Web-{DF12E267-BCB8-14B1-265D-9EA78068E473}" dt="2025-06-23T04:55:51.538" v="573" actId="20577"/>
          <ac:spMkLst>
            <pc:docMk/>
            <pc:sldMk cId="2897043620" sldId="506"/>
            <ac:spMk id="2" creationId="{F642A41A-4635-71F9-5AC5-B6FD251C886F}"/>
          </ac:spMkLst>
        </pc:spChg>
        <pc:spChg chg="mod">
          <ac:chgData name="Enrique Roman Pelaez" userId="S::enrique.romanpelaez@plexus.tech::eafb5844-583e-4749-bdf2-4c5817a5a417" providerId="AD" clId="Web-{DF12E267-BCB8-14B1-265D-9EA78068E473}" dt="2025-06-23T04:54:41.770" v="561" actId="20577"/>
          <ac:spMkLst>
            <pc:docMk/>
            <pc:sldMk cId="2897043620" sldId="506"/>
            <ac:spMk id="5" creationId="{9EB2D8D1-000E-99B8-BAD4-815230FC015E}"/>
          </ac:spMkLst>
        </pc:spChg>
      </pc:sldChg>
      <pc:sldChg chg="del">
        <pc:chgData name="Enrique Roman Pelaez" userId="S::enrique.romanpelaez@plexus.tech::eafb5844-583e-4749-bdf2-4c5817a5a417" providerId="AD" clId="Web-{DF12E267-BCB8-14B1-265D-9EA78068E473}" dt="2025-06-22T12:11:16.302" v="81"/>
        <pc:sldMkLst>
          <pc:docMk/>
          <pc:sldMk cId="295755576" sldId="526"/>
        </pc:sldMkLst>
      </pc:sldChg>
      <pc:sldChg chg="modSp add">
        <pc:chgData name="Enrique Roman Pelaez" userId="S::enrique.romanpelaez@plexus.tech::eafb5844-583e-4749-bdf2-4c5817a5a417" providerId="AD" clId="Web-{DF12E267-BCB8-14B1-265D-9EA78068E473}" dt="2025-06-23T00:10:35.126" v="369"/>
        <pc:sldMkLst>
          <pc:docMk/>
          <pc:sldMk cId="1256587657" sldId="536"/>
        </pc:sldMkLst>
        <pc:graphicFrameChg chg="mod modGraphic">
          <ac:chgData name="Enrique Roman Pelaez" userId="S::enrique.romanpelaez@plexus.tech::eafb5844-583e-4749-bdf2-4c5817a5a417" providerId="AD" clId="Web-{DF12E267-BCB8-14B1-265D-9EA78068E473}" dt="2025-06-23T00:10:35.126" v="369"/>
          <ac:graphicFrameMkLst>
            <pc:docMk/>
            <pc:sldMk cId="1256587657" sldId="536"/>
            <ac:graphicFrameMk id="3" creationId="{BDA6A153-D850-D940-60A7-BAC3E9014DC9}"/>
          </ac:graphicFrameMkLst>
        </pc:graphicFrameChg>
      </pc:sldChg>
      <pc:sldChg chg="modSp add del">
        <pc:chgData name="Enrique Roman Pelaez" userId="S::enrique.romanpelaez@plexus.tech::eafb5844-583e-4749-bdf2-4c5817a5a417" providerId="AD" clId="Web-{DF12E267-BCB8-14B1-265D-9EA78068E473}" dt="2025-06-23T05:27:05.939" v="898"/>
        <pc:sldMkLst>
          <pc:docMk/>
          <pc:sldMk cId="2889968997" sldId="538"/>
        </pc:sldMkLst>
        <pc:graphicFrameChg chg="mod modGraphic">
          <ac:chgData name="Enrique Roman Pelaez" userId="S::enrique.romanpelaez@plexus.tech::eafb5844-583e-4749-bdf2-4c5817a5a417" providerId="AD" clId="Web-{DF12E267-BCB8-14B1-265D-9EA78068E473}" dt="2025-06-23T05:27:05.939" v="898"/>
          <ac:graphicFrameMkLst>
            <pc:docMk/>
            <pc:sldMk cId="2889968997" sldId="538"/>
            <ac:graphicFrameMk id="3" creationId="{53341437-F3C3-698F-9E3E-5848ADB2463C}"/>
          </ac:graphicFrameMkLst>
        </pc:graphicFrameChg>
      </pc:sldChg>
      <pc:sldChg chg="add del">
        <pc:chgData name="Enrique Roman Pelaez" userId="S::enrique.romanpelaez@plexus.tech::eafb5844-583e-4749-bdf2-4c5817a5a417" providerId="AD" clId="Web-{DF12E267-BCB8-14B1-265D-9EA78068E473}" dt="2025-06-22T23:56:02.417" v="352"/>
        <pc:sldMkLst>
          <pc:docMk/>
          <pc:sldMk cId="3523444492" sldId="539"/>
        </pc:sldMkLst>
      </pc:sldChg>
      <pc:sldChg chg="add del">
        <pc:chgData name="Enrique Roman Pelaez" userId="S::enrique.romanpelaez@plexus.tech::eafb5844-583e-4749-bdf2-4c5817a5a417" providerId="AD" clId="Web-{DF12E267-BCB8-14B1-265D-9EA78068E473}" dt="2025-06-22T23:56:18.543" v="353"/>
        <pc:sldMkLst>
          <pc:docMk/>
          <pc:sldMk cId="2351345232" sldId="540"/>
        </pc:sldMkLst>
      </pc:sldChg>
      <pc:sldChg chg="add del">
        <pc:chgData name="Enrique Roman Pelaez" userId="S::enrique.romanpelaez@plexus.tech::eafb5844-583e-4749-bdf2-4c5817a5a417" providerId="AD" clId="Web-{DF12E267-BCB8-14B1-265D-9EA78068E473}" dt="2025-06-23T00:04:23.039" v="354"/>
        <pc:sldMkLst>
          <pc:docMk/>
          <pc:sldMk cId="2741746950" sldId="541"/>
        </pc:sldMkLst>
      </pc:sldChg>
      <pc:sldChg chg="add del">
        <pc:chgData name="Enrique Roman Pelaez" userId="S::enrique.romanpelaez@plexus.tech::eafb5844-583e-4749-bdf2-4c5817a5a417" providerId="AD" clId="Web-{DF12E267-BCB8-14B1-265D-9EA78068E473}" dt="2025-06-23T00:05:57.948" v="355"/>
        <pc:sldMkLst>
          <pc:docMk/>
          <pc:sldMk cId="810998146" sldId="542"/>
        </pc:sldMkLst>
      </pc:sldChg>
      <pc:sldChg chg="add del">
        <pc:chgData name="Enrique Roman Pelaez" userId="S::enrique.romanpelaez@plexus.tech::eafb5844-583e-4749-bdf2-4c5817a5a417" providerId="AD" clId="Web-{DF12E267-BCB8-14B1-265D-9EA78068E473}" dt="2025-06-23T00:06:14.245" v="356"/>
        <pc:sldMkLst>
          <pc:docMk/>
          <pc:sldMk cId="432805450" sldId="543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1.573" v="117"/>
        <pc:sldMkLst>
          <pc:docMk/>
          <pc:sldMk cId="2665947814" sldId="549"/>
        </pc:sldMkLst>
      </pc:sldChg>
      <pc:sldChg chg="modSp add">
        <pc:chgData name="Enrique Roman Pelaez" userId="S::enrique.romanpelaez@plexus.tech::eafb5844-583e-4749-bdf2-4c5817a5a417" providerId="AD" clId="Web-{DF12E267-BCB8-14B1-265D-9EA78068E473}" dt="2025-06-23T04:52:36.609" v="550" actId="20577"/>
        <pc:sldMkLst>
          <pc:docMk/>
          <pc:sldMk cId="3067467449" sldId="550"/>
        </pc:sldMkLst>
        <pc:spChg chg="mod">
          <ac:chgData name="Enrique Roman Pelaez" userId="S::enrique.romanpelaez@plexus.tech::eafb5844-583e-4749-bdf2-4c5817a5a417" providerId="AD" clId="Web-{DF12E267-BCB8-14B1-265D-9EA78068E473}" dt="2025-06-23T04:52:36.609" v="550" actId="20577"/>
          <ac:spMkLst>
            <pc:docMk/>
            <pc:sldMk cId="3067467449" sldId="550"/>
            <ac:spMk id="6" creationId="{E33EB7FC-A600-0108-9415-E056D740BEB7}"/>
          </ac:spMkLst>
        </pc:spChg>
      </pc:sldChg>
      <pc:sldChg chg="modSp add">
        <pc:chgData name="Enrique Roman Pelaez" userId="S::enrique.romanpelaez@plexus.tech::eafb5844-583e-4749-bdf2-4c5817a5a417" providerId="AD" clId="Web-{DF12E267-BCB8-14B1-265D-9EA78068E473}" dt="2025-06-23T04:55:49.257" v="571" actId="20577"/>
        <pc:sldMkLst>
          <pc:docMk/>
          <pc:sldMk cId="3285601985" sldId="553"/>
        </pc:sldMkLst>
        <pc:spChg chg="mod">
          <ac:chgData name="Enrique Roman Pelaez" userId="S::enrique.romanpelaez@plexus.tech::eafb5844-583e-4749-bdf2-4c5817a5a417" providerId="AD" clId="Web-{DF12E267-BCB8-14B1-265D-9EA78068E473}" dt="2025-06-23T04:55:49.257" v="571" actId="20577"/>
          <ac:spMkLst>
            <pc:docMk/>
            <pc:sldMk cId="3285601985" sldId="553"/>
            <ac:spMk id="2" creationId="{F82767E1-2E48-79AA-C304-8E59BC319674}"/>
          </ac:spMkLst>
        </pc:spChg>
      </pc:sldChg>
      <pc:sldChg chg="del">
        <pc:chgData name="Enrique Roman Pelaez" userId="S::enrique.romanpelaez@plexus.tech::eafb5844-583e-4749-bdf2-4c5817a5a417" providerId="AD" clId="Web-{DF12E267-BCB8-14B1-265D-9EA78068E473}" dt="2025-06-22T12:12:45.663" v="91"/>
        <pc:sldMkLst>
          <pc:docMk/>
          <pc:sldMk cId="1393918837" sldId="557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2:53.414" v="92"/>
        <pc:sldMkLst>
          <pc:docMk/>
          <pc:sldMk cId="2001937913" sldId="558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2:55.148" v="93"/>
        <pc:sldMkLst>
          <pc:docMk/>
          <pc:sldMk cId="1896344308" sldId="559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2:58.367" v="96"/>
        <pc:sldMkLst>
          <pc:docMk/>
          <pc:sldMk cId="1587416450" sldId="560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2:57.117" v="95"/>
        <pc:sldMkLst>
          <pc:docMk/>
          <pc:sldMk cId="1568961069" sldId="561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2:56.242" v="94"/>
        <pc:sldMkLst>
          <pc:docMk/>
          <pc:sldMk cId="1294744863" sldId="562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02.304" v="99"/>
        <pc:sldMkLst>
          <pc:docMk/>
          <pc:sldMk cId="117825121" sldId="564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0.198" v="115"/>
        <pc:sldMkLst>
          <pc:docMk/>
          <pc:sldMk cId="1586101822" sldId="566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03.883" v="101"/>
        <pc:sldMkLst>
          <pc:docMk/>
          <pc:sldMk cId="3606743397" sldId="567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04.711" v="102"/>
        <pc:sldMkLst>
          <pc:docMk/>
          <pc:sldMk cId="3631580480" sldId="568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05.476" v="103"/>
        <pc:sldMkLst>
          <pc:docMk/>
          <pc:sldMk cId="4176201314" sldId="569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06.258" v="104"/>
        <pc:sldMkLst>
          <pc:docMk/>
          <pc:sldMk cId="2166799261" sldId="570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4.057" v="120"/>
        <pc:sldMkLst>
          <pc:docMk/>
          <pc:sldMk cId="2436278753" sldId="572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06.976" v="105"/>
        <pc:sldMkLst>
          <pc:docMk/>
          <pc:sldMk cId="1419908189" sldId="573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08.805" v="107"/>
        <pc:sldMkLst>
          <pc:docMk/>
          <pc:sldMk cId="3890399918" sldId="574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07.961" v="106"/>
        <pc:sldMkLst>
          <pc:docMk/>
          <pc:sldMk cId="1510974653" sldId="576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09.664" v="108"/>
        <pc:sldMkLst>
          <pc:docMk/>
          <pc:sldMk cId="1788687419" sldId="577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10.586" v="109"/>
        <pc:sldMkLst>
          <pc:docMk/>
          <pc:sldMk cId="2743004262" sldId="579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43.573" v="110"/>
        <pc:sldMkLst>
          <pc:docMk/>
          <pc:sldMk cId="2866225748" sldId="580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45.838" v="111"/>
        <pc:sldMkLst>
          <pc:docMk/>
          <pc:sldMk cId="1089602390" sldId="581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3:03.023" v="100"/>
        <pc:sldMkLst>
          <pc:docMk/>
          <pc:sldMk cId="1930874606" sldId="582"/>
        </pc:sldMkLst>
      </pc:sldChg>
      <pc:sldChg chg="modSp add del">
        <pc:chgData name="Enrique Roman Pelaez" userId="S::enrique.romanpelaez@plexus.tech::eafb5844-583e-4749-bdf2-4c5817a5a417" providerId="AD" clId="Web-{DF12E267-BCB8-14B1-265D-9EA78068E473}" dt="2025-06-23T05:05:07.656" v="633" actId="20577"/>
        <pc:sldMkLst>
          <pc:docMk/>
          <pc:sldMk cId="2739016639" sldId="583"/>
        </pc:sldMkLst>
        <pc:spChg chg="mod">
          <ac:chgData name="Enrique Roman Pelaez" userId="S::enrique.romanpelaez@plexus.tech::eafb5844-583e-4749-bdf2-4c5817a5a417" providerId="AD" clId="Web-{DF12E267-BCB8-14B1-265D-9EA78068E473}" dt="2025-06-23T05:05:07.656" v="633" actId="20577"/>
          <ac:spMkLst>
            <pc:docMk/>
            <pc:sldMk cId="2739016639" sldId="583"/>
            <ac:spMk id="2" creationId="{FF4B5167-DC65-A634-3D11-8BF0DB10D63F}"/>
          </ac:spMkLst>
        </pc:spChg>
      </pc:sldChg>
      <pc:sldChg chg="modSp add del">
        <pc:chgData name="Enrique Roman Pelaez" userId="S::enrique.romanpelaez@plexus.tech::eafb5844-583e-4749-bdf2-4c5817a5a417" providerId="AD" clId="Web-{DF12E267-BCB8-14B1-265D-9EA78068E473}" dt="2025-06-23T05:05:26.232" v="635" actId="20577"/>
        <pc:sldMkLst>
          <pc:docMk/>
          <pc:sldMk cId="2294207732" sldId="584"/>
        </pc:sldMkLst>
        <pc:spChg chg="mod">
          <ac:chgData name="Enrique Roman Pelaez" userId="S::enrique.romanpelaez@plexus.tech::eafb5844-583e-4749-bdf2-4c5817a5a417" providerId="AD" clId="Web-{DF12E267-BCB8-14B1-265D-9EA78068E473}" dt="2025-06-23T05:05:26.232" v="635" actId="20577"/>
          <ac:spMkLst>
            <pc:docMk/>
            <pc:sldMk cId="2294207732" sldId="584"/>
            <ac:spMk id="2" creationId="{80FCFACB-ECD7-6E6D-77DF-48B41E2B7842}"/>
          </ac:spMkLst>
        </pc:spChg>
      </pc:sldChg>
      <pc:sldChg chg="del">
        <pc:chgData name="Enrique Roman Pelaez" userId="S::enrique.romanpelaez@plexus.tech::eafb5844-583e-4749-bdf2-4c5817a5a417" providerId="AD" clId="Web-{DF12E267-BCB8-14B1-265D-9EA78068E473}" dt="2025-06-22T12:14:49.557" v="114"/>
        <pc:sldMkLst>
          <pc:docMk/>
          <pc:sldMk cId="3258199091" sldId="585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2.479" v="118"/>
        <pc:sldMkLst>
          <pc:docMk/>
          <pc:sldMk cId="379000961" sldId="586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5.417" v="122"/>
        <pc:sldMkLst>
          <pc:docMk/>
          <pc:sldMk cId="337218700" sldId="587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6.182" v="123"/>
        <pc:sldMkLst>
          <pc:docMk/>
          <pc:sldMk cId="162545287" sldId="588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7.776" v="125"/>
        <pc:sldMkLst>
          <pc:docMk/>
          <pc:sldMk cId="3615387633" sldId="589"/>
        </pc:sldMkLst>
      </pc:sldChg>
      <pc:sldChg chg="del">
        <pc:chgData name="Enrique Roman Pelaez" userId="S::enrique.romanpelaez@plexus.tech::eafb5844-583e-4749-bdf2-4c5817a5a417" providerId="AD" clId="Web-{DF12E267-BCB8-14B1-265D-9EA78068E473}" dt="2025-06-22T12:14:58.432" v="126"/>
        <pc:sldMkLst>
          <pc:docMk/>
          <pc:sldMk cId="1755054677" sldId="590"/>
        </pc:sldMkLst>
      </pc:sldChg>
      <pc:sldChg chg="modSp">
        <pc:chgData name="Enrique Roman Pelaez" userId="S::enrique.romanpelaez@plexus.tech::eafb5844-583e-4749-bdf2-4c5817a5a417" providerId="AD" clId="Web-{DF12E267-BCB8-14B1-265D-9EA78068E473}" dt="2025-06-23T05:00:19.673" v="595" actId="20577"/>
        <pc:sldMkLst>
          <pc:docMk/>
          <pc:sldMk cId="3012465672" sldId="591"/>
        </pc:sldMkLst>
        <pc:spChg chg="mod">
          <ac:chgData name="Enrique Roman Pelaez" userId="S::enrique.romanpelaez@plexus.tech::eafb5844-583e-4749-bdf2-4c5817a5a417" providerId="AD" clId="Web-{DF12E267-BCB8-14B1-265D-9EA78068E473}" dt="2025-06-22T22:42:20.483" v="199" actId="20577"/>
          <ac:spMkLst>
            <pc:docMk/>
            <pc:sldMk cId="3012465672" sldId="591"/>
            <ac:spMk id="2" creationId="{5BEAEEC9-66DF-7D96-CBA4-D1E5CB17BA3D}"/>
          </ac:spMkLst>
        </pc:spChg>
        <pc:spChg chg="mod">
          <ac:chgData name="Enrique Roman Pelaez" userId="S::enrique.romanpelaez@plexus.tech::eafb5844-583e-4749-bdf2-4c5817a5a417" providerId="AD" clId="Web-{DF12E267-BCB8-14B1-265D-9EA78068E473}" dt="2025-06-23T05:00:19.673" v="595" actId="20577"/>
          <ac:spMkLst>
            <pc:docMk/>
            <pc:sldMk cId="3012465672" sldId="591"/>
            <ac:spMk id="4" creationId="{91A35A2D-324D-0BA6-7ACD-6FC338967E92}"/>
          </ac:spMkLst>
        </pc:spChg>
      </pc:sldChg>
      <pc:sldChg chg="modSp add del replId">
        <pc:chgData name="Enrique Roman Pelaez" userId="S::enrique.romanpelaez@plexus.tech::eafb5844-583e-4749-bdf2-4c5817a5a417" providerId="AD" clId="Web-{DF12E267-BCB8-14B1-265D-9EA78068E473}" dt="2025-06-22T23:50:58.999" v="278"/>
        <pc:sldMkLst>
          <pc:docMk/>
          <pc:sldMk cId="453208581" sldId="592"/>
        </pc:sldMkLst>
        <pc:spChg chg="mod">
          <ac:chgData name="Enrique Roman Pelaez" userId="S::enrique.romanpelaez@plexus.tech::eafb5844-583e-4749-bdf2-4c5817a5a417" providerId="AD" clId="Web-{DF12E267-BCB8-14B1-265D-9EA78068E473}" dt="2025-06-22T23:50:53.609" v="277" actId="20577"/>
          <ac:spMkLst>
            <pc:docMk/>
            <pc:sldMk cId="453208581" sldId="592"/>
            <ac:spMk id="4" creationId="{D3C8F429-A4C9-1A7E-2342-85E403FCDD7B}"/>
          </ac:spMkLst>
        </pc:spChg>
      </pc:sldChg>
      <pc:sldChg chg="del">
        <pc:chgData name="Enrique Roman Pelaez" userId="S::enrique.romanpelaez@plexus.tech::eafb5844-583e-4749-bdf2-4c5817a5a417" providerId="AD" clId="Web-{DF12E267-BCB8-14B1-265D-9EA78068E473}" dt="2025-06-22T12:14:50.807" v="116"/>
        <pc:sldMkLst>
          <pc:docMk/>
          <pc:sldMk cId="1461002479" sldId="592"/>
        </pc:sldMkLst>
      </pc:sldChg>
      <pc:sldChg chg="modSp add replId">
        <pc:chgData name="Enrique Roman Pelaez" userId="S::enrique.romanpelaez@plexus.tech::eafb5844-583e-4749-bdf2-4c5817a5a417" providerId="AD" clId="Web-{DF12E267-BCB8-14B1-265D-9EA78068E473}" dt="2025-06-23T05:32:41.936" v="1105"/>
        <pc:sldMkLst>
          <pc:docMk/>
          <pc:sldMk cId="1881254862" sldId="592"/>
        </pc:sldMkLst>
        <pc:graphicFrameChg chg="mod modGraphic">
          <ac:chgData name="Enrique Roman Pelaez" userId="S::enrique.romanpelaez@plexus.tech::eafb5844-583e-4749-bdf2-4c5817a5a417" providerId="AD" clId="Web-{DF12E267-BCB8-14B1-265D-9EA78068E473}" dt="2025-06-23T05:32:41.936" v="1105"/>
          <ac:graphicFrameMkLst>
            <pc:docMk/>
            <pc:sldMk cId="1881254862" sldId="592"/>
            <ac:graphicFrameMk id="3" creationId="{27768A67-43EB-53A9-63B1-9A8199727FF9}"/>
          </ac:graphicFrameMkLst>
        </pc:graphicFrameChg>
      </pc:sldChg>
      <pc:sldChg chg="add del replId">
        <pc:chgData name="Enrique Roman Pelaez" userId="S::enrique.romanpelaez@plexus.tech::eafb5844-583e-4749-bdf2-4c5817a5a417" providerId="AD" clId="Web-{DF12E267-BCB8-14B1-265D-9EA78068E473}" dt="2025-06-23T04:46:38.298" v="450"/>
        <pc:sldMkLst>
          <pc:docMk/>
          <pc:sldMk cId="1676407420" sldId="593"/>
        </pc:sldMkLst>
      </pc:sldChg>
      <pc:sldChg chg="addSp delSp modSp add replId">
        <pc:chgData name="Enrique Roman Pelaez" userId="S::enrique.romanpelaez@plexus.tech::eafb5844-583e-4749-bdf2-4c5817a5a417" providerId="AD" clId="Web-{DF12E267-BCB8-14B1-265D-9EA78068E473}" dt="2025-06-23T04:48:14.692" v="482" actId="20577"/>
        <pc:sldMkLst>
          <pc:docMk/>
          <pc:sldMk cId="4073237758" sldId="594"/>
        </pc:sldMkLst>
        <pc:spChg chg="mod">
          <ac:chgData name="Enrique Roman Pelaez" userId="S::enrique.romanpelaez@plexus.tech::eafb5844-583e-4749-bdf2-4c5817a5a417" providerId="AD" clId="Web-{DF12E267-BCB8-14B1-265D-9EA78068E473}" dt="2025-06-23T04:48:14.692" v="482" actId="20577"/>
          <ac:spMkLst>
            <pc:docMk/>
            <pc:sldMk cId="4073237758" sldId="594"/>
            <ac:spMk id="2" creationId="{FEC309A7-316A-F083-9CB8-2560B186F777}"/>
          </ac:spMkLst>
        </pc:spChg>
        <pc:spChg chg="del">
          <ac:chgData name="Enrique Roman Pelaez" userId="S::enrique.romanpelaez@plexus.tech::eafb5844-583e-4749-bdf2-4c5817a5a417" providerId="AD" clId="Web-{DF12E267-BCB8-14B1-265D-9EA78068E473}" dt="2025-06-23T04:47:04.393" v="458"/>
          <ac:spMkLst>
            <pc:docMk/>
            <pc:sldMk cId="4073237758" sldId="594"/>
            <ac:spMk id="4" creationId="{93DD2AF1-61F3-DB2C-9779-E00B4ABD33E1}"/>
          </ac:spMkLst>
        </pc:spChg>
        <pc:spChg chg="add del mod">
          <ac:chgData name="Enrique Roman Pelaez" userId="S::enrique.romanpelaez@plexus.tech::eafb5844-583e-4749-bdf2-4c5817a5a417" providerId="AD" clId="Web-{DF12E267-BCB8-14B1-265D-9EA78068E473}" dt="2025-06-23T04:47:07.361" v="459"/>
          <ac:spMkLst>
            <pc:docMk/>
            <pc:sldMk cId="4073237758" sldId="594"/>
            <ac:spMk id="5" creationId="{DDA5F035-478B-6AA2-1C83-7DFA91C4629F}"/>
          </ac:spMkLst>
        </pc:spChg>
        <pc:picChg chg="add mod">
          <ac:chgData name="Enrique Roman Pelaez" userId="S::enrique.romanpelaez@plexus.tech::eafb5844-583e-4749-bdf2-4c5817a5a417" providerId="AD" clId="Web-{DF12E267-BCB8-14B1-265D-9EA78068E473}" dt="2025-06-23T04:47:14.862" v="462" actId="14100"/>
          <ac:picMkLst>
            <pc:docMk/>
            <pc:sldMk cId="4073237758" sldId="594"/>
            <ac:picMk id="6" creationId="{B391B149-B5D7-5DB1-6912-9E14F6233835}"/>
          </ac:picMkLst>
        </pc:picChg>
      </pc:sldChg>
      <pc:sldChg chg="addSp modSp add ord replId">
        <pc:chgData name="Enrique Roman Pelaez" userId="S::enrique.romanpelaez@plexus.tech::eafb5844-583e-4749-bdf2-4c5817a5a417" providerId="AD" clId="Web-{DF12E267-BCB8-14B1-265D-9EA78068E473}" dt="2025-06-23T04:51:58.717" v="529" actId="20577"/>
        <pc:sldMkLst>
          <pc:docMk/>
          <pc:sldMk cId="1739714184" sldId="595"/>
        </pc:sldMkLst>
        <pc:spChg chg="mod">
          <ac:chgData name="Enrique Roman Pelaez" userId="S::enrique.romanpelaez@plexus.tech::eafb5844-583e-4749-bdf2-4c5817a5a417" providerId="AD" clId="Web-{DF12E267-BCB8-14B1-265D-9EA78068E473}" dt="2025-06-23T04:48:24.927" v="507" actId="20577"/>
          <ac:spMkLst>
            <pc:docMk/>
            <pc:sldMk cId="1739714184" sldId="595"/>
            <ac:spMk id="2" creationId="{CBD5072C-DB32-7F2E-9F95-EB738E46D0C8}"/>
          </ac:spMkLst>
        </pc:spChg>
        <pc:spChg chg="mod">
          <ac:chgData name="Enrique Roman Pelaez" userId="S::enrique.romanpelaez@plexus.tech::eafb5844-583e-4749-bdf2-4c5817a5a417" providerId="AD" clId="Web-{DF12E267-BCB8-14B1-265D-9EA78068E473}" dt="2025-06-23T04:51:58.717" v="529" actId="20577"/>
          <ac:spMkLst>
            <pc:docMk/>
            <pc:sldMk cId="1739714184" sldId="595"/>
            <ac:spMk id="4" creationId="{D7506EB6-98DF-2BD2-11EB-8709113699F5}"/>
          </ac:spMkLst>
        </pc:spChg>
        <pc:picChg chg="add mod">
          <ac:chgData name="Enrique Roman Pelaez" userId="S::enrique.romanpelaez@plexus.tech::eafb5844-583e-4749-bdf2-4c5817a5a417" providerId="AD" clId="Web-{DF12E267-BCB8-14B1-265D-9EA78068E473}" dt="2025-06-23T04:50:56.214" v="526" actId="1076"/>
          <ac:picMkLst>
            <pc:docMk/>
            <pc:sldMk cId="1739714184" sldId="595"/>
            <ac:picMk id="3" creationId="{20BF8FC2-A9CD-7710-A554-08A35A7AE7F5}"/>
          </ac:picMkLst>
        </pc:picChg>
      </pc:sldChg>
      <pc:sldChg chg="add replId">
        <pc:chgData name="Enrique Roman Pelaez" userId="S::enrique.romanpelaez@plexus.tech::eafb5844-583e-4749-bdf2-4c5817a5a417" providerId="AD" clId="Web-{DF12E267-BCB8-14B1-265D-9EA78068E473}" dt="2025-06-23T05:08:18.317" v="661"/>
        <pc:sldMkLst>
          <pc:docMk/>
          <pc:sldMk cId="564730726" sldId="596"/>
        </pc:sldMkLst>
      </pc:sldChg>
      <pc:sldChg chg="modSp add del">
        <pc:chgData name="Enrique Roman Pelaez" userId="S::enrique.romanpelaez@plexus.tech::eafb5844-583e-4749-bdf2-4c5817a5a417" providerId="AD" clId="Web-{DF12E267-BCB8-14B1-265D-9EA78068E473}" dt="2025-06-23T05:04:35.402" v="622"/>
        <pc:sldMkLst>
          <pc:docMk/>
          <pc:sldMk cId="1461002479" sldId="596"/>
        </pc:sldMkLst>
        <pc:spChg chg="mod">
          <ac:chgData name="Enrique Roman Pelaez" userId="S::enrique.romanpelaez@plexus.tech::eafb5844-583e-4749-bdf2-4c5817a5a417" providerId="AD" clId="Web-{DF12E267-BCB8-14B1-265D-9EA78068E473}" dt="2025-06-23T05:03:24.087" v="621" actId="20577"/>
          <ac:spMkLst>
            <pc:docMk/>
            <pc:sldMk cId="1461002479" sldId="596"/>
            <ac:spMk id="2" creationId="{37F6E9E1-0AA7-EB5A-B919-6423DD964919}"/>
          </ac:spMkLst>
        </pc:spChg>
        <pc:spChg chg="mod">
          <ac:chgData name="Enrique Roman Pelaez" userId="S::enrique.romanpelaez@plexus.tech::eafb5844-583e-4749-bdf2-4c5817a5a417" providerId="AD" clId="Web-{DF12E267-BCB8-14B1-265D-9EA78068E473}" dt="2025-06-23T05:03:18.712" v="617" actId="20577"/>
          <ac:spMkLst>
            <pc:docMk/>
            <pc:sldMk cId="1461002479" sldId="596"/>
            <ac:spMk id="5" creationId="{558E2F35-18F3-0F22-325D-C2689879C432}"/>
          </ac:spMkLst>
        </pc:spChg>
      </pc:sldChg>
      <pc:sldChg chg="modSp add del ord replId">
        <pc:chgData name="Enrique Roman Pelaez" userId="S::enrique.romanpelaez@plexus.tech::eafb5844-583e-4749-bdf2-4c5817a5a417" providerId="AD" clId="Web-{DF12E267-BCB8-14B1-265D-9EA78068E473}" dt="2025-06-23T04:58:10.340" v="586"/>
        <pc:sldMkLst>
          <pc:docMk/>
          <pc:sldMk cId="3440144485" sldId="596"/>
        </pc:sldMkLst>
        <pc:spChg chg="mod">
          <ac:chgData name="Enrique Roman Pelaez" userId="S::enrique.romanpelaez@plexus.tech::eafb5844-583e-4749-bdf2-4c5817a5a417" providerId="AD" clId="Web-{DF12E267-BCB8-14B1-265D-9EA78068E473}" dt="2025-06-23T04:57:11.072" v="583" actId="20577"/>
          <ac:spMkLst>
            <pc:docMk/>
            <pc:sldMk cId="3440144485" sldId="596"/>
            <ac:spMk id="2" creationId="{05E65F87-63CC-053E-B04F-2C3A4D972502}"/>
          </ac:spMkLst>
        </pc:sp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5:09:04.944" v="723" actId="20577"/>
        <pc:sldMkLst>
          <pc:docMk/>
          <pc:sldMk cId="1834526496" sldId="597"/>
        </pc:sldMkLst>
        <pc:spChg chg="mod">
          <ac:chgData name="Enrique Roman Pelaez" userId="S::enrique.romanpelaez@plexus.tech::eafb5844-583e-4749-bdf2-4c5817a5a417" providerId="AD" clId="Web-{DF12E267-BCB8-14B1-265D-9EA78068E473}" dt="2025-06-23T05:09:04.944" v="723" actId="20577"/>
          <ac:spMkLst>
            <pc:docMk/>
            <pc:sldMk cId="1834526496" sldId="597"/>
            <ac:spMk id="2" creationId="{E0A3F6DC-838C-6AC5-CF4C-7C9A39240F71}"/>
          </ac:spMkLst>
        </pc:sp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5:26:51.360" v="892"/>
        <pc:sldMkLst>
          <pc:docMk/>
          <pc:sldMk cId="3628708474" sldId="598"/>
        </pc:sldMkLst>
        <pc:graphicFrameChg chg="mod modGraphic">
          <ac:chgData name="Enrique Roman Pelaez" userId="S::enrique.romanpelaez@plexus.tech::eafb5844-583e-4749-bdf2-4c5817a5a417" providerId="AD" clId="Web-{DF12E267-BCB8-14B1-265D-9EA78068E473}" dt="2025-06-23T05:26:51.360" v="892"/>
          <ac:graphicFrameMkLst>
            <pc:docMk/>
            <pc:sldMk cId="3628708474" sldId="598"/>
            <ac:graphicFrameMk id="3" creationId="{FABB497C-BC0C-7740-C055-E4084B6A3D62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5:26:01.843" v="881"/>
        <pc:sldMkLst>
          <pc:docMk/>
          <pc:sldMk cId="2013551039" sldId="599"/>
        </pc:sldMkLst>
        <pc:spChg chg="mod">
          <ac:chgData name="Enrique Roman Pelaez" userId="S::enrique.romanpelaez@plexus.tech::eafb5844-583e-4749-bdf2-4c5817a5a417" providerId="AD" clId="Web-{DF12E267-BCB8-14B1-265D-9EA78068E473}" dt="2025-06-23T05:24:39.902" v="857" actId="20577"/>
          <ac:spMkLst>
            <pc:docMk/>
            <pc:sldMk cId="2013551039" sldId="599"/>
            <ac:spMk id="5" creationId="{A1B10953-39AB-E9AA-BC9C-5C271A771305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5:26:01.843" v="881"/>
          <ac:graphicFrameMkLst>
            <pc:docMk/>
            <pc:sldMk cId="2013551039" sldId="599"/>
            <ac:graphicFrameMk id="3" creationId="{5A17361B-BFE2-BF16-81A1-170188AA3A9C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5:32:31.045" v="1097"/>
        <pc:sldMkLst>
          <pc:docMk/>
          <pc:sldMk cId="1944932078" sldId="600"/>
        </pc:sldMkLst>
        <pc:spChg chg="mod">
          <ac:chgData name="Enrique Roman Pelaez" userId="S::enrique.romanpelaez@plexus.tech::eafb5844-583e-4749-bdf2-4c5817a5a417" providerId="AD" clId="Web-{DF12E267-BCB8-14B1-265D-9EA78068E473}" dt="2025-06-23T05:29:00.272" v="911" actId="20577"/>
          <ac:spMkLst>
            <pc:docMk/>
            <pc:sldMk cId="1944932078" sldId="600"/>
            <ac:spMk id="5" creationId="{985EC1AD-BA57-91EF-E425-57C3C9A32139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5:32:31.045" v="1097"/>
          <ac:graphicFrameMkLst>
            <pc:docMk/>
            <pc:sldMk cId="1944932078" sldId="600"/>
            <ac:graphicFrameMk id="3" creationId="{E32BC6B7-2981-3A7C-7208-8D1645FA778C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5:50:51.791" v="1296"/>
        <pc:sldMkLst>
          <pc:docMk/>
          <pc:sldMk cId="1691847413" sldId="601"/>
        </pc:sldMkLst>
        <pc:spChg chg="mod">
          <ac:chgData name="Enrique Roman Pelaez" userId="S::enrique.romanpelaez@plexus.tech::eafb5844-583e-4749-bdf2-4c5817a5a417" providerId="AD" clId="Web-{DF12E267-BCB8-14B1-265D-9EA78068E473}" dt="2025-06-23T05:35:56.038" v="1109" actId="20577"/>
          <ac:spMkLst>
            <pc:docMk/>
            <pc:sldMk cId="1691847413" sldId="601"/>
            <ac:spMk id="5" creationId="{57698D77-61A8-14C8-A89A-CEA8F89B009A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5:50:51.791" v="1296"/>
          <ac:graphicFrameMkLst>
            <pc:docMk/>
            <pc:sldMk cId="1691847413" sldId="601"/>
            <ac:graphicFrameMk id="3" creationId="{11B374F8-CA38-E14C-579D-BE9EAA548690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7:50:28.161" v="2519"/>
        <pc:sldMkLst>
          <pc:docMk/>
          <pc:sldMk cId="3208524120" sldId="602"/>
        </pc:sldMkLst>
        <pc:spChg chg="mod">
          <ac:chgData name="Enrique Roman Pelaez" userId="S::enrique.romanpelaez@plexus.tech::eafb5844-583e-4749-bdf2-4c5817a5a417" providerId="AD" clId="Web-{DF12E267-BCB8-14B1-265D-9EA78068E473}" dt="2025-06-23T05:36:16.757" v="1117" actId="20577"/>
          <ac:spMkLst>
            <pc:docMk/>
            <pc:sldMk cId="3208524120" sldId="602"/>
            <ac:spMk id="5" creationId="{7762581E-32D4-8722-673F-0693DAC600F0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7:50:28.161" v="2519"/>
          <ac:graphicFrameMkLst>
            <pc:docMk/>
            <pc:sldMk cId="3208524120" sldId="602"/>
            <ac:graphicFrameMk id="3" creationId="{8BCADBB4-4932-3F87-EE6A-913CC6B416C7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6:01:36.723" v="1478"/>
        <pc:sldMkLst>
          <pc:docMk/>
          <pc:sldMk cId="1234294627" sldId="603"/>
        </pc:sldMkLst>
        <pc:spChg chg="mod">
          <ac:chgData name="Enrique Roman Pelaez" userId="S::enrique.romanpelaez@plexus.tech::eafb5844-583e-4749-bdf2-4c5817a5a417" providerId="AD" clId="Web-{DF12E267-BCB8-14B1-265D-9EA78068E473}" dt="2025-06-23T05:36:48.821" v="1125" actId="20577"/>
          <ac:spMkLst>
            <pc:docMk/>
            <pc:sldMk cId="1234294627" sldId="603"/>
            <ac:spMk id="5" creationId="{7A1A38C2-5805-FCDA-B909-FE59ACC67C41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6:01:36.723" v="1478"/>
          <ac:graphicFrameMkLst>
            <pc:docMk/>
            <pc:sldMk cId="1234294627" sldId="603"/>
            <ac:graphicFrameMk id="3" creationId="{AF0B2A64-C040-C2D4-83FB-93816EF747E4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6:04:09.432" v="1566"/>
        <pc:sldMkLst>
          <pc:docMk/>
          <pc:sldMk cId="1906922703" sldId="604"/>
        </pc:sldMkLst>
        <pc:spChg chg="mod">
          <ac:chgData name="Enrique Roman Pelaez" userId="S::enrique.romanpelaez@plexus.tech::eafb5844-583e-4749-bdf2-4c5817a5a417" providerId="AD" clId="Web-{DF12E267-BCB8-14B1-265D-9EA78068E473}" dt="2025-06-23T05:36:53.165" v="1128" actId="20577"/>
          <ac:spMkLst>
            <pc:docMk/>
            <pc:sldMk cId="1906922703" sldId="604"/>
            <ac:spMk id="5" creationId="{EB9B3218-3155-22D7-B492-F08A57E0AD45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6:04:09.432" v="1566"/>
          <ac:graphicFrameMkLst>
            <pc:docMk/>
            <pc:sldMk cId="1906922703" sldId="604"/>
            <ac:graphicFrameMk id="3" creationId="{17642669-CC2F-F179-5EC5-08F8DB31EA8A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7:34:44.474" v="1643"/>
        <pc:sldMkLst>
          <pc:docMk/>
          <pc:sldMk cId="1427572870" sldId="605"/>
        </pc:sldMkLst>
        <pc:spChg chg="mod">
          <ac:chgData name="Enrique Roman Pelaez" userId="S::enrique.romanpelaez@plexus.tech::eafb5844-583e-4749-bdf2-4c5817a5a417" providerId="AD" clId="Web-{DF12E267-BCB8-14B1-265D-9EA78068E473}" dt="2025-06-23T05:42:20.006" v="1135" actId="20577"/>
          <ac:spMkLst>
            <pc:docMk/>
            <pc:sldMk cId="1427572870" sldId="605"/>
            <ac:spMk id="5" creationId="{E3850FFE-D39E-074D-0C1C-6088A21DF1A6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7:34:44.474" v="1643"/>
          <ac:graphicFrameMkLst>
            <pc:docMk/>
            <pc:sldMk cId="1427572870" sldId="605"/>
            <ac:graphicFrameMk id="3" creationId="{18958B61-669E-394C-5600-19D7F937CC71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7:50:05.801" v="2511"/>
        <pc:sldMkLst>
          <pc:docMk/>
          <pc:sldMk cId="2277224058" sldId="606"/>
        </pc:sldMkLst>
        <pc:spChg chg="mod">
          <ac:chgData name="Enrique Roman Pelaez" userId="S::enrique.romanpelaez@plexus.tech::eafb5844-583e-4749-bdf2-4c5817a5a417" providerId="AD" clId="Web-{DF12E267-BCB8-14B1-265D-9EA78068E473}" dt="2025-06-23T05:42:22.303" v="1137" actId="20577"/>
          <ac:spMkLst>
            <pc:docMk/>
            <pc:sldMk cId="2277224058" sldId="606"/>
            <ac:spMk id="5" creationId="{4E68A536-F142-AC34-6D19-F0B5994F67BE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7:50:05.801" v="2511"/>
          <ac:graphicFrameMkLst>
            <pc:docMk/>
            <pc:sldMk cId="2277224058" sldId="606"/>
            <ac:graphicFrameMk id="3" creationId="{F3690B68-78FB-DAB0-49AA-6B92F84A161D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7:39:33.014" v="1903"/>
        <pc:sldMkLst>
          <pc:docMk/>
          <pc:sldMk cId="3807297079" sldId="607"/>
        </pc:sldMkLst>
        <pc:spChg chg="mod">
          <ac:chgData name="Enrique Roman Pelaez" userId="S::enrique.romanpelaez@plexus.tech::eafb5844-583e-4749-bdf2-4c5817a5a417" providerId="AD" clId="Web-{DF12E267-BCB8-14B1-265D-9EA78068E473}" dt="2025-06-23T05:43:17.180" v="1143" actId="20577"/>
          <ac:spMkLst>
            <pc:docMk/>
            <pc:sldMk cId="3807297079" sldId="607"/>
            <ac:spMk id="5" creationId="{C12F5544-19DA-3E1A-97FA-DF4859F9A64B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7:39:33.014" v="1903"/>
          <ac:graphicFrameMkLst>
            <pc:docMk/>
            <pc:sldMk cId="3807297079" sldId="607"/>
            <ac:graphicFrameMk id="3" creationId="{4EC42C72-513A-660E-06A4-1F757F6E6A7F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7:49:56.191" v="2503"/>
        <pc:sldMkLst>
          <pc:docMk/>
          <pc:sldMk cId="894949964" sldId="608"/>
        </pc:sldMkLst>
        <pc:spChg chg="mod">
          <ac:chgData name="Enrique Roman Pelaez" userId="S::enrique.romanpelaez@plexus.tech::eafb5844-583e-4749-bdf2-4c5817a5a417" providerId="AD" clId="Web-{DF12E267-BCB8-14B1-265D-9EA78068E473}" dt="2025-06-23T05:43:19.899" v="1145" actId="20577"/>
          <ac:spMkLst>
            <pc:docMk/>
            <pc:sldMk cId="894949964" sldId="608"/>
            <ac:spMk id="5" creationId="{130ADA42-B2AC-6894-9403-AC1AA00B4806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7:49:56.191" v="2503"/>
          <ac:graphicFrameMkLst>
            <pc:docMk/>
            <pc:sldMk cId="894949964" sldId="608"/>
            <ac:graphicFrameMk id="3" creationId="{7FA21420-698F-CD27-2BCD-551D80D95271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7:45:45.323" v="2303"/>
        <pc:sldMkLst>
          <pc:docMk/>
          <pc:sldMk cId="909640786" sldId="609"/>
        </pc:sldMkLst>
        <pc:spChg chg="mod">
          <ac:chgData name="Enrique Roman Pelaez" userId="S::enrique.romanpelaez@plexus.tech::eafb5844-583e-4749-bdf2-4c5817a5a417" providerId="AD" clId="Web-{DF12E267-BCB8-14B1-265D-9EA78068E473}" dt="2025-06-23T05:43:34.727" v="1149" actId="20577"/>
          <ac:spMkLst>
            <pc:docMk/>
            <pc:sldMk cId="909640786" sldId="609"/>
            <ac:spMk id="5" creationId="{CE28DC18-1CF9-30FD-7904-56036D676A89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7:45:45.323" v="2303"/>
          <ac:graphicFrameMkLst>
            <pc:docMk/>
            <pc:sldMk cId="909640786" sldId="609"/>
            <ac:graphicFrameMk id="3" creationId="{31200AA3-E72A-9B36-F40F-478EE76BAF4E}"/>
          </ac:graphicFrameMkLst>
        </pc:graphicFrameChg>
      </pc:sldChg>
      <pc:sldChg chg="modSp add ord replId">
        <pc:chgData name="Enrique Roman Pelaez" userId="S::enrique.romanpelaez@plexus.tech::eafb5844-583e-4749-bdf2-4c5817a5a417" providerId="AD" clId="Web-{DF12E267-BCB8-14B1-265D-9EA78068E473}" dt="2025-06-23T07:49:25.456" v="2483"/>
        <pc:sldMkLst>
          <pc:docMk/>
          <pc:sldMk cId="1796800277" sldId="610"/>
        </pc:sldMkLst>
        <pc:spChg chg="mod">
          <ac:chgData name="Enrique Roman Pelaez" userId="S::enrique.romanpelaez@plexus.tech::eafb5844-583e-4749-bdf2-4c5817a5a417" providerId="AD" clId="Web-{DF12E267-BCB8-14B1-265D-9EA78068E473}" dt="2025-06-23T05:43:48.791" v="1170" actId="20577"/>
          <ac:spMkLst>
            <pc:docMk/>
            <pc:sldMk cId="1796800277" sldId="610"/>
            <ac:spMk id="5" creationId="{42DA7C3A-C8EF-6F1F-4F13-DAD91E1F7C17}"/>
          </ac:spMkLst>
        </pc:spChg>
        <pc:graphicFrameChg chg="mod modGraphic">
          <ac:chgData name="Enrique Roman Pelaez" userId="S::enrique.romanpelaez@plexus.tech::eafb5844-583e-4749-bdf2-4c5817a5a417" providerId="AD" clId="Web-{DF12E267-BCB8-14B1-265D-9EA78068E473}" dt="2025-06-23T07:49:25.456" v="2483"/>
          <ac:graphicFrameMkLst>
            <pc:docMk/>
            <pc:sldMk cId="1796800277" sldId="610"/>
            <ac:graphicFrameMk id="3" creationId="{57729406-88D8-F06C-BADC-A7DEE19F3135}"/>
          </ac:graphicFrameMkLst>
        </pc:graphicFrameChg>
      </pc:sldChg>
      <pc:sldChg chg="modSp add replId">
        <pc:chgData name="Enrique Roman Pelaez" userId="S::enrique.romanpelaez@plexus.tech::eafb5844-583e-4749-bdf2-4c5817a5a417" providerId="AD" clId="Web-{DF12E267-BCB8-14B1-265D-9EA78068E473}" dt="2025-06-23T07:52:07.414" v="2526" actId="20577"/>
        <pc:sldMkLst>
          <pc:docMk/>
          <pc:sldMk cId="2244569087" sldId="611"/>
        </pc:sldMkLst>
        <pc:spChg chg="mod">
          <ac:chgData name="Enrique Roman Pelaez" userId="S::enrique.romanpelaez@plexus.tech::eafb5844-583e-4749-bdf2-4c5817a5a417" providerId="AD" clId="Web-{DF12E267-BCB8-14B1-265D-9EA78068E473}" dt="2025-06-23T07:52:07.414" v="2526" actId="20577"/>
          <ac:spMkLst>
            <pc:docMk/>
            <pc:sldMk cId="2244569087" sldId="611"/>
            <ac:spMk id="2" creationId="{72EF56FE-B3A6-80F7-2F68-01F07E797CF3}"/>
          </ac:spMkLst>
        </pc:spChg>
      </pc:sldChg>
      <pc:sldChg chg="delSp modSp add del replId">
        <pc:chgData name="Enrique Roman Pelaez" userId="S::enrique.romanpelaez@plexus.tech::eafb5844-583e-4749-bdf2-4c5817a5a417" providerId="AD" clId="Web-{DF12E267-BCB8-14B1-265D-9EA78068E473}" dt="2025-06-23T08:00:30.352" v="2819" actId="20577"/>
        <pc:sldMkLst>
          <pc:docMk/>
          <pc:sldMk cId="2571106218" sldId="612"/>
        </pc:sldMkLst>
        <pc:spChg chg="mod">
          <ac:chgData name="Enrique Roman Pelaez" userId="S::enrique.romanpelaez@plexus.tech::eafb5844-583e-4749-bdf2-4c5817a5a417" providerId="AD" clId="Web-{DF12E267-BCB8-14B1-265D-9EA78068E473}" dt="2025-06-23T07:52:25.211" v="2533" actId="20577"/>
          <ac:spMkLst>
            <pc:docMk/>
            <pc:sldMk cId="2571106218" sldId="612"/>
            <ac:spMk id="2" creationId="{304434CB-47C8-2F52-EE4C-0B4B9670F145}"/>
          </ac:spMkLst>
        </pc:spChg>
        <pc:spChg chg="mod">
          <ac:chgData name="Enrique Roman Pelaez" userId="S::enrique.romanpelaez@plexus.tech::eafb5844-583e-4749-bdf2-4c5817a5a417" providerId="AD" clId="Web-{DF12E267-BCB8-14B1-265D-9EA78068E473}" dt="2025-06-23T08:00:30.352" v="2819" actId="20577"/>
          <ac:spMkLst>
            <pc:docMk/>
            <pc:sldMk cId="2571106218" sldId="612"/>
            <ac:spMk id="5" creationId="{EB7ADD0C-FB51-3B85-4C1F-630D7C33B0DE}"/>
          </ac:spMkLst>
        </pc:spChg>
        <pc:picChg chg="del">
          <ac:chgData name="Enrique Roman Pelaez" userId="S::enrique.romanpelaez@plexus.tech::eafb5844-583e-4749-bdf2-4c5817a5a417" providerId="AD" clId="Web-{DF12E267-BCB8-14B1-265D-9EA78068E473}" dt="2025-06-23T07:52:26.993" v="2534"/>
          <ac:picMkLst>
            <pc:docMk/>
            <pc:sldMk cId="2571106218" sldId="612"/>
            <ac:picMk id="3" creationId="{43EED671-7A82-EA95-479C-C600C94DD7E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48F867-230C-461D-8BB8-D2116231DDCA}" type="datetimeFigureOut"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714E0-E1B7-414D-B561-17C6C526FC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72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C6D1-39EC-A465-BA60-DEBE8C81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4BC419-C545-E48E-565A-B9449CC15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9C516-8D6E-DF5A-4F48-DCB9F100D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0F628-63E4-1C32-A989-0E806F4A9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84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371B9-9C79-2FC5-4455-F92127B3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32D14-29EE-8681-73BF-5B406DA5A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B62A3-BD9B-A02C-AE93-C0B5B295B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1BC19-0D91-FE2E-A5A8-819C7676A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28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8F43E-FBF1-8E0D-CA3C-7930E4D8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2ED73-0D6F-56C1-C894-9A7F0F6DE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10D08-AB4D-D5EE-9D88-E50B1A9747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C571C-4462-5FB1-7712-0C2B6EAF3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919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84753-3BEF-9FFF-F34A-F48BB70D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BB7FA0-2AAC-FD9E-A1CE-1CE69F9FC2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DD283-60FB-5E57-A5B2-EB02AA32E3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77A04-7EE9-6505-E58C-061F50AA69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248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50E62-DF90-1FB4-FA65-6EF8A25D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8B139-6FF9-6C7C-6AB8-32E4A63897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E5E9C-D911-4580-8019-6C20B15067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4389D-92E5-E7C0-F8BC-8653ABC40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211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F1FFC-4CB9-0A0C-1B96-24824ED84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5FDC8-C7A3-83DF-0912-F3CA773DE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A235C-0B06-0A6D-8654-74BC6278F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BAE1B-5E4D-548D-022F-CC9130CF5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682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8B5FE-B0EC-8729-C02D-FE8CFDF36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1A12BE-BD7F-57C6-CC81-F33F21261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E44822-3D1C-4432-3585-35DEC2638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157FD0-44F5-A7A6-0BAE-639E8A7BC1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2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A32E7-1D6A-4CC5-41F9-C925CD648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0A1D4E-026F-8AD4-E76F-FDCAD4D2FA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9CC5C-D1F6-1A27-CB51-27E6E8302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DADDC-813D-4BF4-EE0E-DC64785FF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296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A2405-7883-736F-FF41-DF3F0626B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F623F-C53B-2892-EABA-D4464A2C7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602E3-7FB3-59E8-01BD-9A2D9411D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9AFD6-0B20-5F12-42CB-7A6C5E5BCD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53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BAD78-9CAB-06AE-FDC2-14ED1A648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84BF3-5980-A8AE-EFBB-6F115B3EA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EF436-725F-FC80-37FF-F9B4D50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8CD73-AE8D-DD4C-6B5E-5488E8F03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942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4954-0339-7034-A655-4CE49E47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BFAF43-D2A2-30D7-ED1A-C8087C250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E3633-20A2-9565-5299-CCC79D72E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4195-96B2-3204-99F8-A646C8F6DD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040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FD782-D6B1-0D6E-8F78-BA50B98F0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21035-0632-024D-7F73-21897AF0A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09B52-533E-3EFA-31DF-5CE0A70F7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8C439-DC47-64D1-4D04-55930EDEE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463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284DF-8003-E3FA-634B-7A19FBCC7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B3AD34-80D1-1C42-9E5F-6A2D23E34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8C15C-E886-7849-4111-880EA6112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085EB-4DEE-1849-CE51-DE0E75BA8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678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C661E-D331-DECB-12A1-4049089E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F4ED0C-D00D-7C9F-429A-85927645F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CF0C1-8748-837A-0375-7165F0939C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D547D-ACBC-639C-83FA-D689870D31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217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4348E-AF82-13D5-74DE-2294F7AB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B3B405-78E9-6595-6272-10D8F4BEF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85243-D25D-3FF0-7239-CA998B904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0C21AB-B925-A0EB-E842-569C704F7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41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D72CF-F56B-8588-658B-3F27D2675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D02C28-88C9-0923-85A0-88BCB0E6A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358F3-B2B5-FD01-720C-45D9FCF9F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1924B-15CA-6681-C1FA-42A227D4B0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4119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CA36A-1A49-B940-C423-FB271A01E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CB29B-3AC6-91A2-F9F6-BCE7C7DDE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5A972-54FC-A04F-1A1E-51909352F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80CAA8-56E9-6019-CD57-CAB615068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2385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07436-5F21-69E8-200D-8A4B32FFC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C415B-720B-5084-23CE-A8D9EB27E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95514E-6277-A719-AEA1-63D1006791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06198E-AD5C-49F0-97FD-1AA277905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40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8201-535C-B006-B57E-71456FEC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1B9F84-EC8F-3FEC-CADD-3A33A0282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5AA6B6-F222-8720-D25A-DB05C0C06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F1F7B-C9D8-DA14-DB60-AF498E333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281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5F31C-7FC9-9608-62E3-591A7F4D6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2C7AB-84EA-581B-0EF2-A58156B0F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ECA273-4B56-6EAF-768B-93916DC26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CA3FF-0EA3-A79E-9B31-D18852AA2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657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B8EB8-D0DF-9F73-8B24-212497F1B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020A9B-749B-733D-AB04-E561FE5604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28C39E-EAA3-460D-C648-6DC7D6683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570B-DE0A-3881-FF79-6B0C652EA0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382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CBB6A-245B-365B-95D6-282C6DEB4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62466-D18C-92F5-DCC6-EA77CAF37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D26AB-D877-C209-2E9B-84C27C792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57921-3934-2C3F-1EE8-E32460703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01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AAB98-FDD5-F92F-4B15-B8D81BE9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FF3C8-68B6-BE18-8BDE-AF411EB07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9AF10-4E38-AE01-09F0-47E1C05993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1E1FE-E4E1-E205-8F29-1C3C66E73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1165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5DD9C-5D52-62F5-E699-10F22293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203DB-4F4B-C1E9-C77C-7DC1F0C91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78D9E-180A-BF9E-6922-CBE0D6364E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26521-CFA3-65C9-4142-B8AF2D41D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0395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38883-39A4-3024-916F-CDF039B97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A2EA8-4DD8-D7D4-DF26-F7DE729091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97741-EE7E-FFAF-BBE3-9FEE34F95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9CE157-3C9D-A956-0E9C-5117E1DC35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417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7965-0DE2-3F0B-B53D-91CFEBE46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5A2186-03E1-89E2-09C9-36CC7B27AD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2D8CF-FDAE-F12C-CE96-EDEF88DED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95F3D-444F-B0FA-EBAE-176B29FFCC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481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B7E9-91BB-1910-5033-EB7A4BFD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ECA13-53F4-43D0-A087-BD9715BE3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491F7-5EA2-D7A8-FD36-27596846D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>
                <a:cs typeface="+mn-lt"/>
              </a:rPr>
            </a:br>
            <a:r>
              <a:rPr lang="en-US"/>
              <a:t>“Las </a:t>
            </a:r>
            <a:r>
              <a:rPr lang="en-US" err="1"/>
              <a:t>columnas</a:t>
            </a:r>
            <a:r>
              <a:rPr lang="en-US"/>
              <a:t> </a:t>
            </a:r>
            <a:r>
              <a:rPr lang="en-US" err="1"/>
              <a:t>personalizadas</a:t>
            </a:r>
            <a:r>
              <a:rPr lang="en-US"/>
              <a:t> </a:t>
            </a:r>
            <a:r>
              <a:rPr lang="en-US" err="1"/>
              <a:t>te</a:t>
            </a:r>
            <a:r>
              <a:rPr lang="en-US"/>
              <a:t> </a:t>
            </a:r>
            <a:r>
              <a:rPr lang="en-US" err="1"/>
              <a:t>permiten</a:t>
            </a:r>
            <a:r>
              <a:rPr lang="en-US"/>
              <a:t> </a:t>
            </a:r>
            <a:r>
              <a:rPr lang="en-US" err="1"/>
              <a:t>aplicar</a:t>
            </a:r>
            <a:r>
              <a:rPr lang="en-US"/>
              <a:t> </a:t>
            </a:r>
            <a:r>
              <a:rPr lang="en-US" err="1"/>
              <a:t>tu</a:t>
            </a:r>
            <a:r>
              <a:rPr lang="en-US"/>
              <a:t> </a:t>
            </a:r>
            <a:r>
              <a:rPr lang="en-US" err="1"/>
              <a:t>lógica</a:t>
            </a:r>
            <a:r>
              <a:rPr lang="en-US"/>
              <a:t> de </a:t>
            </a:r>
            <a:r>
              <a:rPr lang="en-US" err="1"/>
              <a:t>negocio</a:t>
            </a:r>
            <a:r>
              <a:rPr lang="en-US"/>
              <a:t> </a:t>
            </a:r>
            <a:r>
              <a:rPr lang="en-US" err="1"/>
              <a:t>directamente</a:t>
            </a:r>
            <a:r>
              <a:rPr lang="en-US"/>
              <a:t> </a:t>
            </a:r>
            <a:r>
              <a:rPr lang="en-US" err="1"/>
              <a:t>sobre</a:t>
            </a:r>
            <a:r>
              <a:rPr lang="en-US"/>
              <a:t> </a:t>
            </a:r>
            <a:r>
              <a:rPr lang="en-US" err="1"/>
              <a:t>los</a:t>
            </a:r>
            <a:r>
              <a:rPr lang="en-US"/>
              <a:t> </a:t>
            </a:r>
            <a:r>
              <a:rPr lang="en-US" err="1"/>
              <a:t>datos</a:t>
            </a:r>
            <a:r>
              <a:rPr lang="en-US"/>
              <a:t>.”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>
              <a:cs typeface="+mn-lt"/>
            </a:endParaRPr>
          </a:p>
          <a:p>
            <a:br>
              <a:rPr lang="en-US"/>
            </a:br>
            <a:endParaRPr lang="en-US"/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73AB9-5CD2-04B6-5886-255B2996E9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4714E0-E1B7-414D-B561-17C6C526FC74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399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38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7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80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9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15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42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86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92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090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810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Gráfico económico digital">
            <a:extLst>
              <a:ext uri="{FF2B5EF4-FFF2-40B4-BE49-F238E27FC236}">
                <a16:creationId xmlns:a16="http://schemas.microsoft.com/office/drawing/2014/main" id="{61B78A45-B1FB-99A6-9A7D-62BA39178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37992A9-1E8C-4E57-B4F4-EE2D38E50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17870" y="978407"/>
            <a:ext cx="10920574" cy="4590529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s-ES" sz="4800" dirty="0">
                <a:solidFill>
                  <a:srgbClr val="FFFFFF"/>
                </a:solidFill>
              </a:rPr>
              <a:t>ANALÍTICA DE DATOS </a:t>
            </a:r>
            <a:br>
              <a:rPr lang="es-ES" sz="4800" dirty="0"/>
            </a:br>
            <a:r>
              <a:rPr lang="es-ES" sz="4800" dirty="0">
                <a:solidFill>
                  <a:srgbClr val="FFFFFF"/>
                </a:solidFill>
              </a:rPr>
              <a:t>Y POWER BI</a:t>
            </a:r>
            <a:br>
              <a:rPr lang="es-ES" sz="5400" dirty="0"/>
            </a:br>
            <a:br>
              <a:rPr lang="es-ES" sz="5400" dirty="0"/>
            </a:br>
            <a:r>
              <a:rPr lang="es-ES" sz="7300" dirty="0">
                <a:solidFill>
                  <a:srgbClr val="FFFFFF"/>
                </a:solidFill>
              </a:rPr>
              <a:t>SESION 08</a:t>
            </a:r>
            <a:r>
              <a:rPr lang="es-ES" sz="6700" dirty="0">
                <a:solidFill>
                  <a:srgbClr val="FFFFFF"/>
                </a:solidFill>
              </a:rPr>
              <a:t> </a:t>
            </a:r>
            <a:br>
              <a:rPr lang="es-ES" sz="6700" dirty="0"/>
            </a:br>
            <a:r>
              <a:rPr lang="es-ES" sz="4900" dirty="0">
                <a:solidFill>
                  <a:srgbClr val="FFFFFF"/>
                </a:solidFill>
              </a:rPr>
              <a:t>MODELADO Y VISUALIZACION DE DATOS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170C6F-5843-788C-E66A-316BB2E71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039" y="6171871"/>
            <a:ext cx="1777233" cy="461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CA126D8-33B9-5D37-7D77-F3DD0A16A2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876" y="6171543"/>
            <a:ext cx="1841281" cy="46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46B6A-386A-54EB-3777-97232708F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4784D-03E4-B3AA-9BCA-C99A0A07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506630"/>
            <a:ext cx="11160942" cy="88923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SESIONES PENDIENTES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C091E60-4099-B3FF-A35B-A43B1F48A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601045"/>
              </p:ext>
            </p:extLst>
          </p:nvPr>
        </p:nvGraphicFramePr>
        <p:xfrm>
          <a:off x="604097" y="1526709"/>
          <a:ext cx="11050107" cy="458371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821656">
                  <a:extLst>
                    <a:ext uri="{9D8B030D-6E8A-4147-A177-3AD203B41FA5}">
                      <a16:colId xmlns:a16="http://schemas.microsoft.com/office/drawing/2014/main" val="3256238080"/>
                    </a:ext>
                  </a:extLst>
                </a:gridCol>
                <a:gridCol w="1797843">
                  <a:extLst>
                    <a:ext uri="{9D8B030D-6E8A-4147-A177-3AD203B41FA5}">
                      <a16:colId xmlns:a16="http://schemas.microsoft.com/office/drawing/2014/main" val="1312472185"/>
                    </a:ext>
                  </a:extLst>
                </a:gridCol>
                <a:gridCol w="7430608">
                  <a:extLst>
                    <a:ext uri="{9D8B030D-6E8A-4147-A177-3AD203B41FA5}">
                      <a16:colId xmlns:a16="http://schemas.microsoft.com/office/drawing/2014/main" val="2903575754"/>
                    </a:ext>
                  </a:extLst>
                </a:gridCol>
              </a:tblGrid>
              <a:tr h="444575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TEMARIO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06245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1" dirty="0"/>
                        <a:t>07/05/2025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1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07/05/2025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i="1" dirty="0"/>
                        <a:t>SESION 01 - ANALÍTICA DE DATOS (</a:t>
                      </a:r>
                      <a:r>
                        <a:rPr lang="en-US" sz="1600" i="1" dirty="0" err="1"/>
                        <a:t>Sesión</a:t>
                      </a:r>
                      <a:r>
                        <a:rPr lang="en-US" sz="1600" i="1" dirty="0"/>
                        <a:t> </a:t>
                      </a:r>
                      <a:r>
                        <a:rPr lang="en-US" sz="1600" i="1" dirty="0" err="1"/>
                        <a:t>conjunta</a:t>
                      </a:r>
                      <a:r>
                        <a:rPr lang="en-US" sz="1600" i="1" dirty="0"/>
                        <a:t> 02 horas)</a:t>
                      </a:r>
                      <a:endParaRPr lang="en-US" sz="1600" b="0" i="1" u="none" strike="noStrike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4745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14/05/2025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14/05/2025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SESION 02 – INTRODUCCION POWER BI (</a:t>
                      </a:r>
                      <a:r>
                        <a:rPr lang="en-US" sz="1600" b="0" i="0" u="none" strike="noStrike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Sesión</a:t>
                      </a: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conjunta</a:t>
                      </a: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05513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dirty="0"/>
                        <a:t>20/05/2025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21/05/2025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dirty="0"/>
                        <a:t>SESION 03 - TRANSFORMACIÓN DE DATOS I (</a:t>
                      </a:r>
                      <a:r>
                        <a:rPr lang="en-US" sz="1600" b="0" dirty="0" err="1"/>
                        <a:t>Básica</a:t>
                      </a:r>
                      <a:r>
                        <a:rPr lang="en-US" sz="1600" b="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258542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dirty="0"/>
                        <a:t>27/05/2025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28/05/2025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dirty="0"/>
                        <a:t>SESION 04 - </a:t>
                      </a: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TRANSFORMACIÓN DE DATOS II  (Intermedia)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676922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dirty="0"/>
                        <a:t>03/06/2025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04/06/2025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SESION 05 – TRANSFORMACIÓN DE DATOS III (Avanzada)</a:t>
                      </a:r>
                      <a:endParaRPr lang="en-US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6455308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dirty="0"/>
                        <a:t>10/06/2025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dirty="0"/>
                        <a:t>11/06/2025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SESION 06 –MODELADO DE DATOS E INFORMES </a:t>
                      </a:r>
                      <a:endParaRPr lang="en-US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8140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dirty="0"/>
                        <a:t>17/06/2025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dirty="0"/>
                        <a:t>18/06/2025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SESION 07 – VISUALIZACIÓN DE DATOS</a:t>
                      </a:r>
                      <a:endParaRPr lang="en-US" sz="1800" b="0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1804357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/>
                        <a:t>23/06/2025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/>
                        <a:t>23/06/2025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SESION 08 – CASOS PRÁCTICOS I (</a:t>
                      </a:r>
                      <a:r>
                        <a:rPr lang="en-US" sz="2000" b="1" i="0" u="none" strike="noStrike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sesion</a:t>
                      </a:r>
                      <a:r>
                        <a:rPr lang="en-US" sz="2000" b="1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1" i="0" u="none" strike="noStrike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conjunta</a:t>
                      </a:r>
                      <a:r>
                        <a:rPr lang="en-US" sz="2000" b="1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)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896519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dirty="0"/>
                        <a:t>24/06/2025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25/06/2025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SESION 09 – CASOS PRÁCTICOS II Y BUENAS PRÁCTICAS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718880"/>
                  </a:ext>
                </a:extLst>
              </a:tr>
              <a:tr h="41391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dirty="0"/>
                        <a:t>02/07/2025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02/07/2025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dirty="0"/>
                        <a:t>SESION 10 – EVALUACIÓN FINAL Y CIERRE </a:t>
                      </a: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(</a:t>
                      </a:r>
                      <a:r>
                        <a:rPr lang="en-US" sz="1600" b="0" i="0" u="none" strike="noStrike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Sesión</a:t>
                      </a: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600" b="0" i="0" u="none" strike="noStrike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conjunta</a:t>
                      </a: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02 horas)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3125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12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2A9C6B-8CF6-4181-3BEA-DA04DD2E0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C100CD8-F92C-FE85-A24B-4EFB4B638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1AF9CE0-AB89-D44B-F1E7-A64DDE2EC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CAA3E703-63BF-BDC8-2E30-365D7FE5F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Gráficas financieras en una pantalla oscura">
            <a:extLst>
              <a:ext uri="{FF2B5EF4-FFF2-40B4-BE49-F238E27FC236}">
                <a16:creationId xmlns:a16="http://schemas.microsoft.com/office/drawing/2014/main" id="{B68DD651-815B-49CB-689C-A089A0D561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7" r="6" b="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5D8AFBD2-3766-6B5C-1FBB-921254B46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D0C86-71CB-420F-DB8C-46DEE7148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1368478"/>
            <a:ext cx="11086221" cy="330951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6600" dirty="0"/>
              <a:t>TIPOS DE INFORMES EN POWER BI</a:t>
            </a:r>
            <a:br>
              <a:rPr lang="en-US" sz="6600" dirty="0"/>
            </a:br>
            <a:endParaRPr lang="en-US" sz="5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20A50E-89F5-3598-47D0-8F9243BA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26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2A397-39B4-C62E-742E-D849F42E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B2F20-D4AB-13BD-71C6-BDD7CE8CF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E5BB2A0-4C64-23B5-3002-BE5F636C9AF9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 dirty="0"/>
          </a:p>
          <a:p>
            <a:pPr>
              <a:lnSpc>
                <a:spcPct val="90000"/>
              </a:lnSpc>
            </a:pPr>
            <a:br>
              <a:rPr lang="en-US" sz="2900" b="0" dirty="0"/>
            </a:br>
            <a:endParaRPr lang="en-US" sz="3300" b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3EB7FC-A600-0108-9415-E056D740BEB7}"/>
              </a:ext>
            </a:extLst>
          </p:cNvPr>
          <p:cNvSpPr txBox="1"/>
          <p:nvPr/>
        </p:nvSpPr>
        <p:spPr>
          <a:xfrm>
            <a:off x="524539" y="1977656"/>
            <a:ext cx="1115178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1"/>
            <a:r>
              <a:rPr lang="en-US" b="1" i="1" err="1">
                <a:cs typeface="Arial"/>
              </a:rPr>
              <a:t>Informes</a:t>
            </a:r>
            <a:r>
              <a:rPr lang="en-US" b="1" i="1" dirty="0">
                <a:cs typeface="Arial"/>
              </a:rPr>
              <a:t> </a:t>
            </a:r>
            <a:r>
              <a:rPr lang="en-US" b="1" i="1" err="1">
                <a:cs typeface="Arial"/>
              </a:rPr>
              <a:t>Estáticos</a:t>
            </a:r>
            <a:r>
              <a:rPr lang="en-US" b="1" i="1" dirty="0">
                <a:cs typeface="Arial"/>
              </a:rPr>
              <a:t>: </a:t>
            </a:r>
            <a:r>
              <a:rPr lang="en-US" dirty="0">
                <a:cs typeface="Arial"/>
              </a:rPr>
              <a:t>Se </a:t>
            </a:r>
            <a:r>
              <a:rPr lang="en-US" err="1">
                <a:cs typeface="Arial"/>
              </a:rPr>
              <a:t>presentan</a:t>
            </a:r>
            <a:r>
              <a:rPr lang="en-US" dirty="0">
                <a:cs typeface="Arial"/>
              </a:rPr>
              <a:t> con </a:t>
            </a:r>
            <a:r>
              <a:rPr lang="en-US" err="1">
                <a:cs typeface="Arial"/>
              </a:rPr>
              <a:t>datos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en</a:t>
            </a:r>
            <a:r>
              <a:rPr lang="en-US" dirty="0">
                <a:cs typeface="Arial"/>
              </a:rPr>
              <a:t> un </a:t>
            </a:r>
            <a:r>
              <a:rPr lang="en-US" err="1">
                <a:cs typeface="Arial"/>
              </a:rPr>
              <a:t>estado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específico</a:t>
            </a:r>
            <a:r>
              <a:rPr lang="en-US" dirty="0">
                <a:cs typeface="Arial"/>
              </a:rPr>
              <a:t>, sin </a:t>
            </a:r>
            <a:r>
              <a:rPr lang="en-US" err="1">
                <a:cs typeface="Arial"/>
              </a:rPr>
              <a:t>interactividad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significativa</a:t>
            </a:r>
            <a:r>
              <a:rPr lang="en-US" dirty="0">
                <a:cs typeface="Arial"/>
              </a:rPr>
              <a:t>. Se </a:t>
            </a:r>
            <a:r>
              <a:rPr lang="en-US" err="1">
                <a:cs typeface="Arial"/>
              </a:rPr>
              <a:t>utilizan</a:t>
            </a:r>
            <a:r>
              <a:rPr lang="en-US" dirty="0">
                <a:cs typeface="Arial"/>
              </a:rPr>
              <a:t> para </a:t>
            </a:r>
            <a:r>
              <a:rPr lang="en-US" err="1">
                <a:cs typeface="Arial"/>
              </a:rPr>
              <a:t>reportes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periódicos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como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informes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financieros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mensuales</a:t>
            </a:r>
            <a:r>
              <a:rPr lang="en-US" dirty="0">
                <a:cs typeface="Arial"/>
              </a:rPr>
              <a:t> o </a:t>
            </a:r>
            <a:r>
              <a:rPr lang="en-US" err="1">
                <a:cs typeface="Arial"/>
              </a:rPr>
              <a:t>resúmenes</a:t>
            </a:r>
            <a:r>
              <a:rPr lang="en-US" dirty="0">
                <a:cs typeface="Arial"/>
              </a:rPr>
              <a:t> de </a:t>
            </a:r>
            <a:r>
              <a:rPr lang="en-US" err="1">
                <a:cs typeface="Arial"/>
              </a:rPr>
              <a:t>ventas</a:t>
            </a:r>
            <a:r>
              <a:rPr lang="en-US" dirty="0">
                <a:cs typeface="Arial"/>
              </a:rPr>
              <a:t>.</a:t>
            </a:r>
            <a:endParaRPr lang="en-US" dirty="0"/>
          </a:p>
          <a:p>
            <a:pPr marL="800100" lvl="1" indent="-342900">
              <a:buFont typeface="Calibri"/>
              <a:buChar char="-"/>
            </a:pPr>
            <a:endParaRPr lang="en-US" dirty="0">
              <a:cs typeface="Arial"/>
            </a:endParaRPr>
          </a:p>
          <a:p>
            <a:pPr lvl="1"/>
            <a:r>
              <a:rPr lang="en-US" b="1" i="1" err="1">
                <a:cs typeface="Arial"/>
              </a:rPr>
              <a:t>Informes</a:t>
            </a:r>
            <a:r>
              <a:rPr lang="en-US" b="1" i="1" dirty="0">
                <a:cs typeface="Arial"/>
              </a:rPr>
              <a:t> </a:t>
            </a:r>
            <a:r>
              <a:rPr lang="en-US" b="1" i="1" err="1">
                <a:cs typeface="Arial"/>
              </a:rPr>
              <a:t>Interactivos</a:t>
            </a:r>
            <a:r>
              <a:rPr lang="en-US" b="1" i="1" dirty="0">
                <a:cs typeface="Arial"/>
              </a:rPr>
              <a:t>: </a:t>
            </a:r>
            <a:r>
              <a:rPr lang="en-US" err="1">
                <a:cs typeface="Arial"/>
              </a:rPr>
              <a:t>Permiten</a:t>
            </a:r>
            <a:r>
              <a:rPr lang="en-US" dirty="0">
                <a:cs typeface="Arial"/>
              </a:rPr>
              <a:t> la </a:t>
            </a:r>
            <a:r>
              <a:rPr lang="en-US" err="1">
                <a:cs typeface="Arial"/>
              </a:rPr>
              <a:t>exploración</a:t>
            </a:r>
            <a:r>
              <a:rPr lang="en-US" dirty="0">
                <a:cs typeface="Arial"/>
              </a:rPr>
              <a:t> de </a:t>
            </a:r>
            <a:r>
              <a:rPr lang="en-US" err="1">
                <a:cs typeface="Arial"/>
              </a:rPr>
              <a:t>datos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mediante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segmentaciones</a:t>
            </a:r>
            <a:r>
              <a:rPr lang="en-US" dirty="0">
                <a:cs typeface="Arial"/>
              </a:rPr>
              <a:t>, </a:t>
            </a:r>
            <a:r>
              <a:rPr lang="en-US" err="1">
                <a:cs typeface="Arial"/>
              </a:rPr>
              <a:t>filtros</a:t>
            </a:r>
            <a:r>
              <a:rPr lang="en-US" dirty="0">
                <a:cs typeface="Arial"/>
              </a:rPr>
              <a:t> y </a:t>
            </a:r>
            <a:r>
              <a:rPr lang="en-US" err="1">
                <a:cs typeface="Arial"/>
              </a:rPr>
              <a:t>visualizaciones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dinámicas</a:t>
            </a:r>
            <a:r>
              <a:rPr lang="en-US" dirty="0">
                <a:cs typeface="Arial"/>
              </a:rPr>
              <a:t>. Son </a:t>
            </a:r>
            <a:r>
              <a:rPr lang="en-US" err="1">
                <a:cs typeface="Arial"/>
              </a:rPr>
              <a:t>ideales</a:t>
            </a:r>
            <a:r>
              <a:rPr lang="en-US" dirty="0">
                <a:cs typeface="Arial"/>
              </a:rPr>
              <a:t> para </a:t>
            </a:r>
            <a:r>
              <a:rPr lang="en-US" err="1">
                <a:cs typeface="Arial"/>
              </a:rPr>
              <a:t>análisis</a:t>
            </a:r>
            <a:r>
              <a:rPr lang="en-US" dirty="0">
                <a:cs typeface="Arial"/>
              </a:rPr>
              <a:t> de </a:t>
            </a:r>
            <a:r>
              <a:rPr lang="en-US" err="1">
                <a:cs typeface="Arial"/>
              </a:rPr>
              <a:t>tendencias</a:t>
            </a:r>
            <a:r>
              <a:rPr lang="en-US" dirty="0">
                <a:cs typeface="Arial"/>
              </a:rPr>
              <a:t> y </a:t>
            </a:r>
            <a:r>
              <a:rPr lang="en-US" err="1">
                <a:cs typeface="Arial"/>
              </a:rPr>
              <a:t>comparaciones</a:t>
            </a:r>
            <a:r>
              <a:rPr lang="en-US" dirty="0">
                <a:cs typeface="Arial"/>
              </a:rPr>
              <a:t> entre </a:t>
            </a:r>
            <a:r>
              <a:rPr lang="en-US" err="1">
                <a:cs typeface="Arial"/>
              </a:rPr>
              <a:t>períodos</a:t>
            </a:r>
            <a:r>
              <a:rPr lang="en-US" dirty="0">
                <a:cs typeface="Arial"/>
              </a:rPr>
              <a:t>.</a:t>
            </a:r>
          </a:p>
          <a:p>
            <a:pPr marL="800100" lvl="1" indent="-342900">
              <a:buFont typeface="Calibri"/>
              <a:buChar char="-"/>
            </a:pPr>
            <a:endParaRPr lang="en-US" dirty="0">
              <a:cs typeface="Arial"/>
            </a:endParaRPr>
          </a:p>
          <a:p>
            <a:pPr lvl="1"/>
            <a:r>
              <a:rPr lang="en-US" b="1" i="1" err="1">
                <a:cs typeface="Arial"/>
              </a:rPr>
              <a:t>Paneles</a:t>
            </a:r>
            <a:r>
              <a:rPr lang="en-US" b="1" i="1" dirty="0">
                <a:cs typeface="Arial"/>
              </a:rPr>
              <a:t> o Dashboards: </a:t>
            </a:r>
            <a:r>
              <a:rPr lang="en-US" err="1">
                <a:cs typeface="Arial"/>
              </a:rPr>
              <a:t>Recopilan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múltiples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visualizaciones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en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una</a:t>
            </a:r>
            <a:r>
              <a:rPr lang="en-US" dirty="0">
                <a:cs typeface="Arial"/>
              </a:rPr>
              <a:t> sola </a:t>
            </a:r>
            <a:r>
              <a:rPr lang="en-US" err="1">
                <a:cs typeface="Arial"/>
              </a:rPr>
              <a:t>pantalla</a:t>
            </a:r>
            <a:r>
              <a:rPr lang="en-US" dirty="0">
                <a:cs typeface="Arial"/>
              </a:rPr>
              <a:t>, </a:t>
            </a:r>
            <a:r>
              <a:rPr lang="en-US" err="1">
                <a:cs typeface="Arial"/>
              </a:rPr>
              <a:t>proporcionando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una</a:t>
            </a:r>
            <a:r>
              <a:rPr lang="en-US" dirty="0">
                <a:cs typeface="Arial"/>
              </a:rPr>
              <a:t> vista global </a:t>
            </a:r>
            <a:r>
              <a:rPr lang="en-US" err="1">
                <a:cs typeface="Arial"/>
              </a:rPr>
              <a:t>rápida</a:t>
            </a:r>
            <a:r>
              <a:rPr lang="en-US" dirty="0">
                <a:cs typeface="Arial"/>
              </a:rPr>
              <a:t>. Se </a:t>
            </a:r>
            <a:r>
              <a:rPr lang="en-US" err="1">
                <a:cs typeface="Arial"/>
              </a:rPr>
              <a:t>utilizan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en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monitoreo</a:t>
            </a:r>
            <a:r>
              <a:rPr lang="en-US" dirty="0">
                <a:cs typeface="Arial"/>
              </a:rPr>
              <a:t> de KPIs, </a:t>
            </a:r>
            <a:r>
              <a:rPr lang="en-US" err="1">
                <a:cs typeface="Arial"/>
              </a:rPr>
              <a:t>productividad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empresarial</a:t>
            </a:r>
            <a:r>
              <a:rPr lang="en-US" dirty="0">
                <a:cs typeface="Arial"/>
              </a:rPr>
              <a:t> o </a:t>
            </a:r>
            <a:r>
              <a:rPr lang="en-US" err="1">
                <a:cs typeface="Arial"/>
              </a:rPr>
              <a:t>rendimiento</a:t>
            </a:r>
            <a:r>
              <a:rPr lang="en-US" dirty="0">
                <a:cs typeface="Arial"/>
              </a:rPr>
              <a:t> </a:t>
            </a:r>
            <a:r>
              <a:rPr lang="en-US" err="1">
                <a:cs typeface="Arial"/>
              </a:rPr>
              <a:t>operativo</a:t>
            </a:r>
            <a:r>
              <a:rPr lang="en-US" dirty="0">
                <a:cs typeface="Arial"/>
              </a:rPr>
              <a:t>.</a:t>
            </a:r>
          </a:p>
          <a:p>
            <a:pPr marL="800100" lvl="1" indent="-342900">
              <a:buFont typeface="Calibri"/>
              <a:buChar char="-"/>
            </a:pPr>
            <a:endParaRPr lang="en-US" dirty="0">
              <a:cs typeface="Arial"/>
            </a:endParaRPr>
          </a:p>
          <a:p>
            <a:pPr lvl="1"/>
            <a:r>
              <a:rPr lang="en-US" b="1" i="1" err="1">
                <a:cs typeface="Arial"/>
              </a:rPr>
              <a:t>Informes</a:t>
            </a:r>
            <a:r>
              <a:rPr lang="en-US" b="1" i="1" dirty="0">
                <a:cs typeface="Arial"/>
              </a:rPr>
              <a:t> </a:t>
            </a:r>
            <a:r>
              <a:rPr lang="en-US" b="1" i="1" err="1">
                <a:cs typeface="Arial"/>
              </a:rPr>
              <a:t>en</a:t>
            </a:r>
            <a:r>
              <a:rPr lang="en-US" b="1" i="1" dirty="0">
                <a:cs typeface="Arial"/>
              </a:rPr>
              <a:t> </a:t>
            </a:r>
            <a:r>
              <a:rPr lang="en-US" b="1" i="1" err="1">
                <a:cs typeface="Arial"/>
              </a:rPr>
              <a:t>tiempo</a:t>
            </a:r>
            <a:r>
              <a:rPr lang="en-US" b="1" i="1" dirty="0">
                <a:cs typeface="Arial"/>
              </a:rPr>
              <a:t> real: </a:t>
            </a:r>
            <a:r>
              <a:rPr lang="en-US" i="1" dirty="0">
                <a:cs typeface="Arial"/>
              </a:rPr>
              <a:t>Se </a:t>
            </a:r>
            <a:r>
              <a:rPr lang="en-US" i="1" err="1">
                <a:cs typeface="Arial"/>
              </a:rPr>
              <a:t>actualizan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automáticamente</a:t>
            </a:r>
            <a:r>
              <a:rPr lang="en-US" i="1" dirty="0">
                <a:cs typeface="Arial"/>
              </a:rPr>
              <a:t> con </a:t>
            </a:r>
            <a:r>
              <a:rPr lang="en-US" i="1" err="1">
                <a:cs typeface="Arial"/>
              </a:rPr>
              <a:t>datos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en</a:t>
            </a:r>
            <a:r>
              <a:rPr lang="en-US" i="1" dirty="0">
                <a:cs typeface="Arial"/>
              </a:rPr>
              <a:t> vivo, </a:t>
            </a:r>
            <a:r>
              <a:rPr lang="en-US" i="1" err="1">
                <a:cs typeface="Arial"/>
              </a:rPr>
              <a:t>cruciales</a:t>
            </a:r>
            <a:r>
              <a:rPr lang="en-US" i="1" dirty="0">
                <a:cs typeface="Arial"/>
              </a:rPr>
              <a:t> para </a:t>
            </a:r>
            <a:r>
              <a:rPr lang="en-US" i="1" err="1">
                <a:cs typeface="Arial"/>
              </a:rPr>
              <a:t>monitoreo</a:t>
            </a:r>
            <a:r>
              <a:rPr lang="en-US" i="1" dirty="0">
                <a:cs typeface="Arial"/>
              </a:rPr>
              <a:t> de </a:t>
            </a:r>
            <a:r>
              <a:rPr lang="en-US" i="1" err="1">
                <a:cs typeface="Arial"/>
              </a:rPr>
              <a:t>operaciones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en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tiempo</a:t>
            </a:r>
            <a:r>
              <a:rPr lang="en-US" i="1" dirty="0">
                <a:cs typeface="Arial"/>
              </a:rPr>
              <a:t> real. </a:t>
            </a:r>
            <a:r>
              <a:rPr lang="en-US" i="1" err="1">
                <a:cs typeface="Arial"/>
              </a:rPr>
              <a:t>Ejemplo</a:t>
            </a:r>
            <a:r>
              <a:rPr lang="en-US" i="1" dirty="0">
                <a:cs typeface="Arial"/>
              </a:rPr>
              <a:t>: </a:t>
            </a:r>
            <a:r>
              <a:rPr lang="en-US" i="1" err="1">
                <a:cs typeface="Arial"/>
              </a:rPr>
              <a:t>seguimiento</a:t>
            </a:r>
            <a:r>
              <a:rPr lang="en-US" i="1" dirty="0">
                <a:cs typeface="Arial"/>
              </a:rPr>
              <a:t> de </a:t>
            </a:r>
            <a:r>
              <a:rPr lang="en-US" i="1" err="1">
                <a:cs typeface="Arial"/>
              </a:rPr>
              <a:t>tráfico</a:t>
            </a:r>
            <a:r>
              <a:rPr lang="en-US" i="1" dirty="0">
                <a:cs typeface="Arial"/>
              </a:rPr>
              <a:t> web, control de </a:t>
            </a:r>
            <a:r>
              <a:rPr lang="en-US" i="1" err="1">
                <a:cs typeface="Arial"/>
              </a:rPr>
              <a:t>inventario</a:t>
            </a:r>
            <a:r>
              <a:rPr lang="en-US" i="1" dirty="0">
                <a:cs typeface="Arial"/>
              </a:rPr>
              <a:t> o </a:t>
            </a:r>
            <a:r>
              <a:rPr lang="en-US" i="1" err="1">
                <a:cs typeface="Arial"/>
              </a:rPr>
              <a:t>desempeño</a:t>
            </a:r>
            <a:r>
              <a:rPr lang="en-US" i="1" dirty="0">
                <a:cs typeface="Arial"/>
              </a:rPr>
              <a:t> de </a:t>
            </a:r>
            <a:r>
              <a:rPr lang="en-US" i="1" err="1">
                <a:cs typeface="Arial"/>
              </a:rPr>
              <a:t>producción</a:t>
            </a:r>
            <a:r>
              <a:rPr lang="en-US" i="1" dirty="0">
                <a:cs typeface="Arial"/>
              </a:rPr>
              <a:t>.</a:t>
            </a:r>
            <a:endParaRPr lang="en-US" dirty="0">
              <a:cs typeface="Arial"/>
            </a:endParaRPr>
          </a:p>
          <a:p>
            <a:pPr marL="800100" lvl="1" indent="-342900">
              <a:buFont typeface="Calibri"/>
              <a:buChar char="-"/>
            </a:pPr>
            <a:endParaRPr lang="en-US" i="1" dirty="0">
              <a:cs typeface="Arial"/>
            </a:endParaRPr>
          </a:p>
          <a:p>
            <a:pPr lvl="1"/>
            <a:r>
              <a:rPr lang="en-US" b="1" i="1" err="1">
                <a:cs typeface="Arial"/>
              </a:rPr>
              <a:t>Informes</a:t>
            </a:r>
            <a:r>
              <a:rPr lang="en-US" b="1" i="1" dirty="0">
                <a:cs typeface="Arial"/>
              </a:rPr>
              <a:t> </a:t>
            </a:r>
            <a:r>
              <a:rPr lang="en-US" b="1" i="1" err="1">
                <a:cs typeface="Arial"/>
              </a:rPr>
              <a:t>Narrativos</a:t>
            </a:r>
            <a:r>
              <a:rPr lang="en-US" b="1" i="1" dirty="0">
                <a:cs typeface="Arial"/>
              </a:rPr>
              <a:t> o de Storytelling: </a:t>
            </a:r>
            <a:r>
              <a:rPr lang="en-US" i="1" err="1">
                <a:cs typeface="Arial"/>
              </a:rPr>
              <a:t>Diseñados</a:t>
            </a:r>
            <a:r>
              <a:rPr lang="en-US" i="1" dirty="0">
                <a:cs typeface="Arial"/>
              </a:rPr>
              <a:t> para </a:t>
            </a:r>
            <a:r>
              <a:rPr lang="en-US" i="1" err="1">
                <a:cs typeface="Arial"/>
              </a:rPr>
              <a:t>contar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una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historia</a:t>
            </a:r>
            <a:r>
              <a:rPr lang="en-US" i="1" dirty="0">
                <a:cs typeface="Arial"/>
              </a:rPr>
              <a:t> con </a:t>
            </a:r>
            <a:r>
              <a:rPr lang="en-US" i="1" err="1">
                <a:cs typeface="Arial"/>
              </a:rPr>
              <a:t>los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datos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mediante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gráficas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secuenciales</a:t>
            </a:r>
            <a:r>
              <a:rPr lang="en-US" i="1" dirty="0">
                <a:cs typeface="Arial"/>
              </a:rPr>
              <a:t> y </a:t>
            </a:r>
            <a:r>
              <a:rPr lang="en-US" i="1" err="1">
                <a:cs typeface="Arial"/>
              </a:rPr>
              <a:t>anotaciones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explicativas</a:t>
            </a:r>
            <a:r>
              <a:rPr lang="en-US" i="1" dirty="0">
                <a:cs typeface="Arial"/>
              </a:rPr>
              <a:t>. </a:t>
            </a:r>
            <a:r>
              <a:rPr lang="en-US" i="1" err="1">
                <a:cs typeface="Arial"/>
              </a:rPr>
              <a:t>Usados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en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presentaciones</a:t>
            </a:r>
            <a:r>
              <a:rPr lang="en-US" i="1" dirty="0">
                <a:cs typeface="Arial"/>
              </a:rPr>
              <a:t> </a:t>
            </a:r>
            <a:r>
              <a:rPr lang="en-US" i="1" err="1">
                <a:cs typeface="Arial"/>
              </a:rPr>
              <a:t>estratégicas</a:t>
            </a:r>
            <a:r>
              <a:rPr lang="en-US" i="1" dirty="0">
                <a:cs typeface="Arial"/>
              </a:rPr>
              <a:t> o </a:t>
            </a:r>
            <a:r>
              <a:rPr lang="en-US" i="1" err="1">
                <a:cs typeface="Arial"/>
              </a:rPr>
              <a:t>análisis</a:t>
            </a:r>
            <a:r>
              <a:rPr lang="en-US" i="1" dirty="0">
                <a:cs typeface="Arial"/>
              </a:rPr>
              <a:t> de </a:t>
            </a:r>
            <a:r>
              <a:rPr lang="en-US" i="1" err="1">
                <a:cs typeface="Arial"/>
              </a:rPr>
              <a:t>impacto</a:t>
            </a:r>
            <a:r>
              <a:rPr lang="en-US" i="1" dirty="0">
                <a:cs typeface="Arial"/>
              </a:rPr>
              <a:t> de </a:t>
            </a:r>
            <a:r>
              <a:rPr lang="en-US" i="1" err="1">
                <a:cs typeface="Arial"/>
              </a:rPr>
              <a:t>decisiones</a:t>
            </a:r>
            <a:r>
              <a:rPr lang="en-US" i="1" dirty="0">
                <a:cs typeface="Arial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67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58530-3B06-5070-E075-EDD7ED77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A5D4E69C-6D17-51F2-BD3B-1F588E517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509F9DD-F69E-1DC3-79AE-FDCABBFBD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E4A497F-8880-2279-84EC-74A76D4B7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Gráficas financieras en una pantalla oscura">
            <a:extLst>
              <a:ext uri="{FF2B5EF4-FFF2-40B4-BE49-F238E27FC236}">
                <a16:creationId xmlns:a16="http://schemas.microsoft.com/office/drawing/2014/main" id="{B28FF6E3-09E7-B130-B387-A660907BF8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7" r="6" b="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DA0DF378-D8FE-5EFC-528A-DAE6213D9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A3F6DC-838C-6AC5-CF4C-7C9A39240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1368478"/>
            <a:ext cx="11086221" cy="330951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6600" dirty="0"/>
              <a:t>PASOS A SEGUIR EN LA PRÁCTICA</a:t>
            </a:r>
            <a:br>
              <a:rPr lang="en-US" sz="6600" dirty="0"/>
            </a:br>
            <a:endParaRPr lang="en-US" sz="5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0B34C96-8BAC-0B94-3482-13D1CB823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26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6BC67-9FDD-E408-F2B5-4458340B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EAEEC9-66DF-7D96-CBA4-D1E5CB17B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 dirty="0"/>
              <a:t>PASOS A SEGUIR EN LA CREACIÓN DEL INFORME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A35A2D-324D-0BA6-7ACD-6FC338967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ES" b="1" u="sng" dirty="0">
                <a:solidFill>
                  <a:srgbClr val="424242"/>
                </a:solidFill>
              </a:rPr>
              <a:t>01 – IMPORTAR  DATOS</a:t>
            </a:r>
            <a:r>
              <a:rPr lang="es-ES" u="sng" dirty="0">
                <a:solidFill>
                  <a:srgbClr val="424242"/>
                </a:solidFill>
              </a:rPr>
              <a:t>:</a:t>
            </a:r>
            <a:r>
              <a:rPr lang="es-ES" dirty="0">
                <a:solidFill>
                  <a:srgbClr val="424242"/>
                </a:solidFill>
              </a:rPr>
              <a:t> Desde </a:t>
            </a:r>
            <a:r>
              <a:rPr lang="es-ES" dirty="0" err="1">
                <a:solidFill>
                  <a:srgbClr val="424242"/>
                </a:solidFill>
              </a:rPr>
              <a:t>Power</a:t>
            </a:r>
            <a:r>
              <a:rPr lang="es-ES" dirty="0">
                <a:solidFill>
                  <a:srgbClr val="424242"/>
                </a:solidFill>
              </a:rPr>
              <a:t> BI Desktop, seleccionamos “Obtener datos” para importar </a:t>
            </a:r>
            <a:r>
              <a:rPr lang="es-ES" dirty="0" err="1">
                <a:solidFill>
                  <a:srgbClr val="424242"/>
                </a:solidFill>
              </a:rPr>
              <a:t>ficheris</a:t>
            </a:r>
            <a:r>
              <a:rPr lang="es-ES" dirty="0">
                <a:solidFill>
                  <a:srgbClr val="424242"/>
                </a:solidFill>
              </a:rPr>
              <a:t> Excel, bases de datos, servicios en la nube u otros orígenes. </a:t>
            </a:r>
            <a:endParaRPr lang="en-US"/>
          </a:p>
          <a:p>
            <a:pPr marL="0" indent="0">
              <a:buNone/>
            </a:pPr>
            <a:r>
              <a:rPr lang="es-ES" b="1" u="sng" dirty="0">
                <a:solidFill>
                  <a:srgbClr val="424242"/>
                </a:solidFill>
              </a:rPr>
              <a:t>02 – TRANSFORMAR DATOS</a:t>
            </a:r>
            <a:r>
              <a:rPr lang="es-ES" u="sng" dirty="0">
                <a:solidFill>
                  <a:srgbClr val="424242"/>
                </a:solidFill>
              </a:rPr>
              <a:t>:</a:t>
            </a:r>
            <a:r>
              <a:rPr lang="es-ES" dirty="0">
                <a:solidFill>
                  <a:srgbClr val="424242"/>
                </a:solidFill>
              </a:rPr>
              <a:t> Usar </a:t>
            </a:r>
            <a:r>
              <a:rPr lang="es-ES" dirty="0" err="1">
                <a:solidFill>
                  <a:srgbClr val="424242"/>
                </a:solidFill>
              </a:rPr>
              <a:t>Power</a:t>
            </a:r>
            <a:r>
              <a:rPr lang="es-ES" dirty="0">
                <a:solidFill>
                  <a:srgbClr val="424242"/>
                </a:solidFill>
              </a:rPr>
              <a:t> </a:t>
            </a:r>
            <a:r>
              <a:rPr lang="es-ES" dirty="0" err="1">
                <a:solidFill>
                  <a:srgbClr val="424242"/>
                </a:solidFill>
              </a:rPr>
              <a:t>Query</a:t>
            </a:r>
            <a:r>
              <a:rPr lang="es-ES" dirty="0">
                <a:solidFill>
                  <a:srgbClr val="424242"/>
                </a:solidFill>
              </a:rPr>
              <a:t> para limpiar y hacer las transformaciones necesarias ((tipos de datos, dividir columnas, eliminar duplicados, etc.)</a:t>
            </a:r>
            <a:endParaRPr lang="es-ES" dirty="0"/>
          </a:p>
          <a:p>
            <a:pPr marL="0" indent="0">
              <a:buNone/>
            </a:pPr>
            <a:r>
              <a:rPr lang="es-ES" b="1" u="sng" dirty="0">
                <a:solidFill>
                  <a:srgbClr val="424242"/>
                </a:solidFill>
              </a:rPr>
              <a:t>03 – MODELADO DE DATOS</a:t>
            </a:r>
            <a:r>
              <a:rPr lang="es-ES" u="sng" dirty="0">
                <a:solidFill>
                  <a:srgbClr val="424242"/>
                </a:solidFill>
              </a:rPr>
              <a:t>:</a:t>
            </a:r>
            <a:r>
              <a:rPr lang="es-ES" dirty="0">
                <a:solidFill>
                  <a:srgbClr val="424242"/>
                </a:solidFill>
              </a:rPr>
              <a:t> Establecer relaciones entre distintas tablas para que los datos interactúen correctamente.</a:t>
            </a:r>
          </a:p>
          <a:p>
            <a:pPr marL="0" indent="0">
              <a:buNone/>
            </a:pPr>
            <a:r>
              <a:rPr lang="es-ES" b="1" u="sng" dirty="0">
                <a:solidFill>
                  <a:srgbClr val="424242"/>
                </a:solidFill>
              </a:rPr>
              <a:t>04 - VISUALIZACIÓN DE DATOS: </a:t>
            </a:r>
            <a:r>
              <a:rPr lang="es-ES" dirty="0">
                <a:solidFill>
                  <a:srgbClr val="424242"/>
                </a:solidFill>
              </a:rPr>
              <a:t> Gráficos de barras, mapas o tarjetas KPI, y arrástrales campos desde el panel de campos.</a:t>
            </a:r>
          </a:p>
          <a:p>
            <a:pPr marL="0" indent="0">
              <a:buNone/>
            </a:pPr>
            <a:r>
              <a:rPr lang="es-ES" b="1" u="sng" dirty="0">
                <a:solidFill>
                  <a:srgbClr val="424242"/>
                </a:solidFill>
              </a:rPr>
              <a:t>05 - PERSONALIZACIÓN</a:t>
            </a:r>
            <a:r>
              <a:rPr lang="es-ES" u="sng" dirty="0">
                <a:solidFill>
                  <a:srgbClr val="424242"/>
                </a:solidFill>
              </a:rPr>
              <a:t>: </a:t>
            </a:r>
            <a:r>
              <a:rPr lang="es-ES" dirty="0">
                <a:solidFill>
                  <a:srgbClr val="424242"/>
                </a:solidFill>
              </a:rPr>
              <a:t>Ajusta colores, fuentes y estilos. Puedes agregar filtros, segmentaciones y campos calculados con DAX (el lenguaje de fórmulas de </a:t>
            </a:r>
            <a:r>
              <a:rPr lang="es-ES" dirty="0" err="1">
                <a:solidFill>
                  <a:srgbClr val="424242"/>
                </a:solidFill>
              </a:rPr>
              <a:t>Power</a:t>
            </a:r>
            <a:r>
              <a:rPr lang="es-ES" dirty="0">
                <a:solidFill>
                  <a:srgbClr val="424242"/>
                </a:solidFill>
              </a:rPr>
              <a:t> BI).</a:t>
            </a:r>
          </a:p>
          <a:p>
            <a:pPr marL="0" indent="0">
              <a:buNone/>
            </a:pPr>
            <a:r>
              <a:rPr lang="es-ES" b="1" u="sng" dirty="0">
                <a:solidFill>
                  <a:srgbClr val="424242"/>
                </a:solidFill>
              </a:rPr>
              <a:t>06 – PUBLICAR</a:t>
            </a:r>
            <a:r>
              <a:rPr lang="es-ES" u="sng" dirty="0">
                <a:solidFill>
                  <a:srgbClr val="424242"/>
                </a:solidFill>
              </a:rPr>
              <a:t>: </a:t>
            </a:r>
            <a:r>
              <a:rPr lang="es-ES" dirty="0">
                <a:solidFill>
                  <a:srgbClr val="424242"/>
                </a:solidFill>
              </a:rPr>
              <a:t>Publicar  </a:t>
            </a:r>
            <a:r>
              <a:rPr lang="es-ES" dirty="0" err="1">
                <a:solidFill>
                  <a:srgbClr val="424242"/>
                </a:solidFill>
              </a:rPr>
              <a:t>Power</a:t>
            </a:r>
            <a:r>
              <a:rPr lang="es-ES" dirty="0">
                <a:solidFill>
                  <a:srgbClr val="424242"/>
                </a:solidFill>
              </a:rPr>
              <a:t> BI para acceder desde cualquier lugar y compartirlo con tu equipo.</a:t>
            </a:r>
          </a:p>
        </p:txBody>
      </p:sp>
    </p:spTree>
    <p:extLst>
      <p:ext uri="{BB962C8B-B14F-4D97-AF65-F5344CB8AC3E}">
        <p14:creationId xmlns:p14="http://schemas.microsoft.com/office/powerpoint/2010/main" val="3012465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9D030-9432-5226-F134-217A8880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C309A7-316A-F083-9CB8-2560B186F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 dirty="0"/>
              <a:t>01 - IMPORTAR DATOS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91B149-B5D7-5DB1-6912-9E14F62338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69" y="1594891"/>
            <a:ext cx="10968181" cy="447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23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BED13-759D-292C-6394-0F2CF214D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5072C-DB32-7F2E-9F95-EB738E46D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 dirty="0"/>
              <a:t>02 – TRANSFORMAR DATOS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506EB6-98DF-2BD2-11EB-870911369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s-ES" sz="2000" b="1" u="sng" dirty="0">
                <a:solidFill>
                  <a:srgbClr val="424242"/>
                </a:solidFill>
              </a:rPr>
              <a:t>Proceso de modificar, limpiar, estructura y enriquecer los datos para que sean adecuados para el análisis.</a:t>
            </a:r>
          </a:p>
          <a:p>
            <a:pPr marL="0" indent="0">
              <a:buNone/>
            </a:pPr>
            <a:endParaRPr lang="es-ES" b="1" u="sng" dirty="0">
              <a:solidFill>
                <a:srgbClr val="424242"/>
              </a:solidFill>
            </a:endParaRPr>
          </a:p>
          <a:p>
            <a:pPr marL="0" indent="0">
              <a:buNone/>
            </a:pPr>
            <a:r>
              <a:rPr lang="es-ES" sz="2000" b="1" u="sng" dirty="0">
                <a:solidFill>
                  <a:srgbClr val="424242"/>
                </a:solidFill>
              </a:rPr>
              <a:t>ALGUNAS DE SUS TAREAS:</a:t>
            </a:r>
          </a:p>
          <a:p>
            <a:pPr marL="285750" indent="-285750"/>
            <a:r>
              <a:rPr lang="es-ES" sz="2000" dirty="0">
                <a:solidFill>
                  <a:srgbClr val="424242"/>
                </a:solidFill>
              </a:rPr>
              <a:t>Eliminar columnas innecesarias.</a:t>
            </a:r>
          </a:p>
          <a:p>
            <a:pPr marL="285750" indent="-285750"/>
            <a:r>
              <a:rPr lang="es-ES" sz="2000" dirty="0">
                <a:solidFill>
                  <a:srgbClr val="424242"/>
                </a:solidFill>
              </a:rPr>
              <a:t>Corregir errores.</a:t>
            </a:r>
          </a:p>
          <a:p>
            <a:pPr marL="285750" indent="-285750"/>
            <a:r>
              <a:rPr lang="es-ES" sz="2000" dirty="0">
                <a:solidFill>
                  <a:srgbClr val="424242"/>
                </a:solidFill>
              </a:rPr>
              <a:t>Cambiar tipos de datos.</a:t>
            </a:r>
          </a:p>
          <a:p>
            <a:pPr marL="285750" indent="-285750"/>
            <a:r>
              <a:rPr lang="es-ES" sz="2000" dirty="0">
                <a:solidFill>
                  <a:srgbClr val="424242"/>
                </a:solidFill>
              </a:rPr>
              <a:t>Combinar o dividir columnas.</a:t>
            </a:r>
          </a:p>
          <a:p>
            <a:pPr marL="285750" indent="-285750"/>
            <a:r>
              <a:rPr lang="es-ES" sz="2000" dirty="0">
                <a:solidFill>
                  <a:srgbClr val="424242"/>
                </a:solidFill>
              </a:rPr>
              <a:t>Agrupar o resumir información.</a:t>
            </a:r>
            <a:endParaRPr lang="es-ES" sz="2000" dirty="0"/>
          </a:p>
        </p:txBody>
      </p:sp>
      <p:pic>
        <p:nvPicPr>
          <p:cNvPr id="3" name="Picture 2" descr="datos transformación icono línea vector ilustración 35193493 Vector en  Vecteezy">
            <a:extLst>
              <a:ext uri="{FF2B5EF4-FFF2-40B4-BE49-F238E27FC236}">
                <a16:creationId xmlns:a16="http://schemas.microsoft.com/office/drawing/2014/main" id="{20BF8FC2-A9CD-7710-A554-08A35A7AE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163" y="2448647"/>
            <a:ext cx="4031961" cy="400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714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50F98-18E3-7CD4-C465-2DCC30FD3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6F63D-21AC-816E-1EA1-4CE279D9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882" y="978408"/>
            <a:ext cx="9441869" cy="7962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3200" dirty="0"/>
              <a:t>02 – TRANSFORMAR </a:t>
            </a:r>
            <a:r>
              <a:rPr lang="es-ES" sz="3200" b="1" kern="1200" dirty="0">
                <a:latin typeface="+mj-lt"/>
                <a:ea typeface="+mj-ea"/>
                <a:cs typeface="+mj-cs"/>
              </a:rPr>
              <a:t>DATOS</a:t>
            </a:r>
            <a:endParaRPr lang="es-ES" sz="3200" b="0" dirty="0"/>
          </a:p>
          <a:p>
            <a:endParaRPr lang="en-US" sz="3200" b="1" u="sng" kern="1200" dirty="0">
              <a:latin typeface="+mj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D7F632-F5B2-6453-898E-71BD38E2E976}"/>
              </a:ext>
            </a:extLst>
          </p:cNvPr>
          <p:cNvGraphicFramePr>
            <a:graphicFrameLocks noGrp="1"/>
          </p:cNvGraphicFramePr>
          <p:nvPr/>
        </p:nvGraphicFramePr>
        <p:xfrm>
          <a:off x="575135" y="1773556"/>
          <a:ext cx="10871880" cy="434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3960">
                  <a:extLst>
                    <a:ext uri="{9D8B030D-6E8A-4147-A177-3AD203B41FA5}">
                      <a16:colId xmlns:a16="http://schemas.microsoft.com/office/drawing/2014/main" val="888680872"/>
                    </a:ext>
                  </a:extLst>
                </a:gridCol>
                <a:gridCol w="3623960">
                  <a:extLst>
                    <a:ext uri="{9D8B030D-6E8A-4147-A177-3AD203B41FA5}">
                      <a16:colId xmlns:a16="http://schemas.microsoft.com/office/drawing/2014/main" val="3256746793"/>
                    </a:ext>
                  </a:extLst>
                </a:gridCol>
                <a:gridCol w="3623960">
                  <a:extLst>
                    <a:ext uri="{9D8B030D-6E8A-4147-A177-3AD203B41FA5}">
                      <a16:colId xmlns:a16="http://schemas.microsoft.com/office/drawing/2014/main" val="2224259293"/>
                    </a:ext>
                  </a:extLst>
                </a:gridCol>
              </a:tblGrid>
              <a:tr h="585365"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BÁSICAS</a:t>
                      </a:r>
                    </a:p>
                    <a:p>
                      <a:pPr lvl="0" algn="ctr">
                        <a:buNone/>
                      </a:pPr>
                      <a:endParaRPr lang="en-US" sz="3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INTERMEDIAS</a:t>
                      </a:r>
                    </a:p>
                    <a:p>
                      <a:pPr lvl="0" algn="ctr">
                        <a:buNone/>
                      </a:pPr>
                      <a:endParaRPr lang="en-US" sz="3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i="1" dirty="0">
                          <a:solidFill>
                            <a:schemeClr val="tx1"/>
                          </a:solidFill>
                        </a:rPr>
                        <a:t>AVANZADAS</a:t>
                      </a:r>
                    </a:p>
                    <a:p>
                      <a:pPr lvl="0" algn="ctr">
                        <a:buNone/>
                      </a:pPr>
                      <a:endParaRPr lang="en-US" sz="360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704544"/>
                  </a:ext>
                </a:extLst>
              </a:tr>
              <a:tr h="5853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ELIMINAR COLUMNAS Y FILAS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DIVIDIR/COMBINAR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COMBINAR / ANEXAR CONSULTAS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780669"/>
                  </a:ext>
                </a:extLst>
              </a:tr>
              <a:tr h="5853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CAMBIAR TIPOS DE DATOS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REEMPLAZAR VALORES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COLUMNA DINÁMICA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lvl="0" algn="ctr">
                        <a:buNone/>
                      </a:pPr>
                      <a:r>
                        <a:rPr lang="en-US" sz="1800" b="1" dirty="0"/>
                        <a:t>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581780"/>
                  </a:ext>
                </a:extLst>
              </a:tr>
              <a:tr h="5853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RENOMBRAR 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CONDICIONALES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TRANSPONER TABLA</a:t>
                      </a:r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9493655"/>
                  </a:ext>
                </a:extLst>
              </a:tr>
              <a:tr h="5853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REORDENAR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PERSONALIZADAS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FUNCIONES PERSONALIZADAS </a:t>
                      </a:r>
                      <a:endParaRPr lang="en-US" sz="1800" b="0" i="0" u="none" strike="noStrike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lvl="0" algn="ctr">
                        <a:buNone/>
                      </a:pPr>
                      <a:endParaRPr lang="en-US" sz="18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267806"/>
                  </a:ext>
                </a:extLst>
              </a:tr>
              <a:tr h="58536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FILTRAR DATOS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AGRUPADAS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848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07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F1847-DF3A-79A9-D17F-BA6A9D7DE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2A41A-4635-71F9-5AC5-B6FD251C8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s-ES" sz="3200" dirty="0"/>
              <a:t>03 – MODELADO DE DATOS</a:t>
            </a:r>
            <a:endParaRPr lang="es-ES" sz="3200" b="0"/>
          </a:p>
          <a:p>
            <a:endParaRPr lang="es-ES" sz="3200" dirty="0"/>
          </a:p>
          <a:p>
            <a:endParaRPr lang="en-US" sz="49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94C0CD-1598-EC68-AED2-4EDA20B27E04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B2D8D1-000E-99B8-BAD4-815230FC015E}"/>
              </a:ext>
            </a:extLst>
          </p:cNvPr>
          <p:cNvSpPr txBox="1"/>
          <p:nvPr/>
        </p:nvSpPr>
        <p:spPr>
          <a:xfrm>
            <a:off x="516094" y="1722666"/>
            <a:ext cx="1112061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 dirty="0"/>
              <a:t>Se </a:t>
            </a:r>
            <a:r>
              <a:rPr lang="en-US" sz="2000" dirty="0" err="1"/>
              <a:t>trata</a:t>
            </a:r>
            <a:r>
              <a:rPr lang="en-US" sz="2000" dirty="0"/>
              <a:t> de la </a:t>
            </a:r>
            <a:r>
              <a:rPr lang="en-US" sz="2000" dirty="0" err="1"/>
              <a:t>Representación</a:t>
            </a:r>
            <a:r>
              <a:rPr lang="en-US" sz="2000" dirty="0"/>
              <a:t> </a:t>
            </a:r>
            <a:r>
              <a:rPr lang="en-US" sz="2000" dirty="0" err="1"/>
              <a:t>estructurada</a:t>
            </a:r>
            <a:r>
              <a:rPr lang="en-US" sz="2000" dirty="0"/>
              <a:t> de </a:t>
            </a:r>
            <a:r>
              <a:rPr lang="en-US" sz="2000" b="1" dirty="0" err="1"/>
              <a:t>cómo</a:t>
            </a:r>
            <a:r>
              <a:rPr lang="en-US" sz="2000" b="1" dirty="0"/>
              <a:t> se </a:t>
            </a:r>
            <a:r>
              <a:rPr lang="en-US" sz="2000" b="1" dirty="0" err="1"/>
              <a:t>relacionan</a:t>
            </a:r>
            <a:r>
              <a:rPr lang="en-US" sz="2000" b="1" dirty="0"/>
              <a:t> </a:t>
            </a:r>
            <a:r>
              <a:rPr lang="en-US" sz="2000" b="1" dirty="0" err="1"/>
              <a:t>los</a:t>
            </a:r>
            <a:r>
              <a:rPr lang="en-US" sz="2000" b="1" dirty="0"/>
              <a:t> </a:t>
            </a:r>
            <a:r>
              <a:rPr lang="en-US" sz="2000" b="1" dirty="0" err="1"/>
              <a:t>datos</a:t>
            </a:r>
            <a:r>
              <a:rPr lang="en-US" sz="2000" dirty="0"/>
              <a:t>.</a:t>
            </a:r>
            <a:endParaRPr lang="en-US" dirty="0"/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/>
              <a:t>Permite </a:t>
            </a:r>
            <a:r>
              <a:rPr lang="en-US" sz="2000" dirty="0" err="1"/>
              <a:t>realizar</a:t>
            </a:r>
            <a:r>
              <a:rPr lang="en-US" sz="2000" dirty="0"/>
              <a:t> </a:t>
            </a:r>
            <a:r>
              <a:rPr lang="en-US" sz="2000" dirty="0" err="1"/>
              <a:t>análisis</a:t>
            </a:r>
            <a:r>
              <a:rPr lang="en-US" sz="2000" dirty="0"/>
              <a:t> </a:t>
            </a:r>
            <a:r>
              <a:rPr lang="en-US" sz="2000" dirty="0" err="1"/>
              <a:t>complejos</a:t>
            </a:r>
            <a:r>
              <a:rPr lang="en-US" sz="2000" dirty="0"/>
              <a:t> de forma </a:t>
            </a:r>
            <a:r>
              <a:rPr lang="en-US" sz="2000" dirty="0" err="1"/>
              <a:t>sencilla</a:t>
            </a:r>
            <a:r>
              <a:rPr lang="en-US" sz="2000" dirty="0"/>
              <a:t> y </a:t>
            </a:r>
            <a:r>
              <a:rPr lang="en-US" sz="2000" dirty="0" err="1"/>
              <a:t>rápida</a:t>
            </a:r>
            <a:r>
              <a:rPr lang="en-US" sz="2000" dirty="0"/>
              <a:t> y </a:t>
            </a:r>
            <a:r>
              <a:rPr lang="en-US" sz="2000" b="1" dirty="0"/>
              <a:t>es la base para </a:t>
            </a:r>
            <a:r>
              <a:rPr lang="en-US" sz="2000" b="1" dirty="0" err="1"/>
              <a:t>obtener</a:t>
            </a:r>
            <a:r>
              <a:rPr lang="en-US" sz="2000" b="1" dirty="0"/>
              <a:t> </a:t>
            </a:r>
            <a:r>
              <a:rPr lang="en-US" sz="2000" b="1" dirty="0" err="1"/>
              <a:t>informes</a:t>
            </a:r>
            <a:r>
              <a:rPr lang="en-US" sz="2000" b="1" dirty="0"/>
              <a:t> </a:t>
            </a:r>
            <a:r>
              <a:rPr lang="en-US" sz="2000" b="1" dirty="0" err="1"/>
              <a:t>precisos</a:t>
            </a:r>
            <a:r>
              <a:rPr lang="en-US" sz="2000" b="1" dirty="0"/>
              <a:t>, </a:t>
            </a:r>
            <a:r>
              <a:rPr lang="en-US" sz="2000" b="1" dirty="0" err="1"/>
              <a:t>eficientes</a:t>
            </a:r>
            <a:r>
              <a:rPr lang="en-US" sz="2000" b="1" dirty="0"/>
              <a:t> y </a:t>
            </a:r>
            <a:r>
              <a:rPr lang="en-US" sz="2000" b="1" dirty="0" err="1"/>
              <a:t>escalables</a:t>
            </a:r>
            <a:r>
              <a:rPr lang="en-US" sz="2000" b="1" dirty="0"/>
              <a:t>.</a:t>
            </a:r>
            <a:r>
              <a:rPr lang="en-US" sz="2000" dirty="0"/>
              <a:t> </a:t>
            </a:r>
            <a:endParaRPr lang="en-US" dirty="0"/>
          </a:p>
          <a:p>
            <a:pPr marL="285750" indent="-285750">
              <a:buFont typeface="Calibri"/>
              <a:buChar char="-"/>
            </a:pPr>
            <a:endParaRPr lang="en-US" sz="2000" dirty="0"/>
          </a:p>
          <a:p>
            <a:pPr marL="285750" indent="-285750">
              <a:buFont typeface="Calibri,Sans-Serif"/>
              <a:buChar char="-"/>
            </a:pPr>
            <a:r>
              <a:rPr lang="en-US" sz="2000" dirty="0"/>
              <a:t>El </a:t>
            </a:r>
            <a:r>
              <a:rPr lang="en-US" sz="2000" dirty="0" err="1"/>
              <a:t>proceso</a:t>
            </a:r>
            <a:r>
              <a:rPr lang="en-US" sz="2000" dirty="0"/>
              <a:t> de </a:t>
            </a:r>
            <a:r>
              <a:rPr lang="en-US" sz="2000" dirty="0" err="1"/>
              <a:t>modelado</a:t>
            </a:r>
            <a:r>
              <a:rPr lang="en-US" sz="2000" dirty="0"/>
              <a:t> de </a:t>
            </a:r>
            <a:r>
              <a:rPr lang="en-US" sz="2000" dirty="0" err="1"/>
              <a:t>datos</a:t>
            </a:r>
            <a:r>
              <a:rPr lang="en-US" sz="2000" dirty="0"/>
              <a:t>, </a:t>
            </a:r>
            <a:r>
              <a:rPr lang="en-US" sz="2000" dirty="0" err="1"/>
              <a:t>implica</a:t>
            </a:r>
            <a:r>
              <a:rPr lang="en-US" sz="2000" dirty="0"/>
              <a:t>: 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2000" b="1" err="1"/>
              <a:t>Definir</a:t>
            </a:r>
            <a:r>
              <a:rPr lang="en-US" sz="2000" b="1" dirty="0"/>
              <a:t> </a:t>
            </a:r>
            <a:r>
              <a:rPr lang="en-US" sz="2000" b="1" err="1"/>
              <a:t>relaciones</a:t>
            </a:r>
            <a:r>
              <a:rPr lang="en-US" sz="2000" b="1" dirty="0"/>
              <a:t> entre </a:t>
            </a:r>
            <a:r>
              <a:rPr lang="en-US" sz="2000" b="1" err="1"/>
              <a:t>tablas</a:t>
            </a:r>
            <a:r>
              <a:rPr lang="en-US" sz="2000" b="1" dirty="0"/>
              <a:t>. 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sz="2000" b="1" dirty="0"/>
              <a:t>Crear </a:t>
            </a:r>
            <a:r>
              <a:rPr lang="en-US" sz="2000" b="1" err="1"/>
              <a:t>medidas</a:t>
            </a:r>
            <a:r>
              <a:rPr lang="en-US" sz="2000" b="1" dirty="0"/>
              <a:t>.</a:t>
            </a:r>
          </a:p>
          <a:p>
            <a:pPr marL="742950" lvl="1" indent="-285750">
              <a:buFont typeface="Courier New,monospace"/>
              <a:buChar char="o"/>
            </a:pPr>
            <a:endParaRPr lang="en-US" sz="2000" dirty="0"/>
          </a:p>
          <a:p>
            <a:pPr marL="285750" indent="-285750">
              <a:buFont typeface="Calibri"/>
              <a:buChar char="-"/>
            </a:pPr>
            <a:r>
              <a:rPr lang="en-US" sz="2000" dirty="0" err="1"/>
              <a:t>Construímos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modelado</a:t>
            </a:r>
            <a:r>
              <a:rPr lang="en-US" sz="2000" dirty="0"/>
              <a:t> de </a:t>
            </a:r>
            <a:r>
              <a:rPr lang="en-US" sz="2000" dirty="0" err="1"/>
              <a:t>datos</a:t>
            </a:r>
            <a:r>
              <a:rPr lang="en-US" sz="2000" dirty="0"/>
              <a:t> </a:t>
            </a:r>
            <a:r>
              <a:rPr lang="en-US" sz="2000" dirty="0" err="1"/>
              <a:t>mediante</a:t>
            </a:r>
            <a:r>
              <a:rPr lang="en-US" sz="2000" dirty="0"/>
              <a:t> </a:t>
            </a:r>
            <a:r>
              <a:rPr lang="en-US" sz="2000" b="1" dirty="0" err="1"/>
              <a:t>relaciones</a:t>
            </a:r>
            <a:r>
              <a:rPr lang="en-US" sz="2000" b="1" dirty="0"/>
              <a:t> entre </a:t>
            </a:r>
            <a:r>
              <a:rPr lang="en-US" sz="2000" b="1" dirty="0" err="1"/>
              <a:t>tablas</a:t>
            </a:r>
            <a:r>
              <a:rPr lang="en-US" sz="2000" b="1" dirty="0"/>
              <a:t> </a:t>
            </a:r>
            <a:r>
              <a:rPr lang="en-US" sz="2000" b="1" dirty="0" err="1"/>
              <a:t>en</a:t>
            </a:r>
            <a:r>
              <a:rPr lang="en-US" sz="2000" b="1" dirty="0"/>
              <a:t> la vista de </a:t>
            </a:r>
            <a:r>
              <a:rPr lang="en-US" sz="2000" b="1" dirty="0" err="1"/>
              <a:t>modelo</a:t>
            </a:r>
            <a:r>
              <a:rPr lang="en-US" sz="2000" b="1" dirty="0"/>
              <a:t> de Power Query.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97043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8B1C3-C1EB-0186-EAE9-50F3B4483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767E1-2E48-79AA-C304-8E59BC319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s-ES" sz="3200" dirty="0"/>
              <a:t>03 – MODELADO DE DATOS</a:t>
            </a:r>
            <a:endParaRPr lang="es-ES" sz="3200" b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B44B75E-DB26-747C-1C74-E27EFA3D041F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FC6369-D38C-9D4B-26FC-E5BFB6BA9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923" y="1920365"/>
            <a:ext cx="9222154" cy="437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601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909A5-973A-DBA9-5344-4C528875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89D59-DEA5-78FE-73D8-66A5127D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 dirty="0"/>
              <a:t>04 – VISUALIZACIÓN DE DATOS</a:t>
            </a:r>
            <a:endParaRPr lang="es-ES" sz="3200" b="0" dirty="0"/>
          </a:p>
          <a:p>
            <a:endParaRPr lang="es-ES" sz="32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573CD4-F444-1900-6486-94E6198831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000" b="1" dirty="0"/>
              <a:t>PRINCIPIOS DE DISEÑO DE INFORMES</a:t>
            </a:r>
            <a:endParaRPr lang="en-US" sz="2000" dirty="0"/>
          </a:p>
          <a:p>
            <a:pPr marL="0" indent="0">
              <a:buNone/>
            </a:pP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Un informe interactivo en </a:t>
            </a:r>
            <a:r>
              <a:rPr lang="es-ES" sz="1200" dirty="0" err="1">
                <a:solidFill>
                  <a:srgbClr val="424242"/>
                </a:solidFill>
                <a:ea typeface="+mn-lt"/>
                <a:cs typeface="+mn-lt"/>
              </a:rPr>
              <a:t>Power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 BI no solo debe ser visualmente atractivo, sino también funcional, intuitivo y orientado a la toma de decisiones. </a:t>
            </a:r>
            <a:r>
              <a:rPr lang="es-ES" sz="1200" dirty="0" err="1">
                <a:solidFill>
                  <a:srgbClr val="424242"/>
                </a:solidFill>
                <a:ea typeface="+mn-lt"/>
                <a:cs typeface="+mn-lt"/>
              </a:rPr>
              <a:t>ALgunos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 principios clave que debemos conocer para lograrlo:</a:t>
            </a:r>
            <a:endParaRPr lang="es-ES" dirty="0"/>
          </a:p>
          <a:p>
            <a:pPr>
              <a:buNone/>
            </a:pPr>
            <a:r>
              <a:rPr lang="es-ES" b="1" i="1" u="sng" dirty="0">
                <a:solidFill>
                  <a:srgbClr val="424242"/>
                </a:solidFill>
              </a:rPr>
              <a:t>1. Claridad y simplicidad</a:t>
            </a:r>
            <a:endParaRPr lang="es-ES" i="1" u="sng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Evita la sobrecarga visual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Usa solo los elementos necesarios. Demasiadas visualizaciones pueden confundir al usuario.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Usa títulos claros y descriptivos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Cada gráfico debe tener un propósito evidente.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Agrupa la información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Organiza los elementos relacionados en secciones o paneles.</a:t>
            </a:r>
            <a:endParaRPr lang="es-ES" dirty="0"/>
          </a:p>
          <a:p>
            <a:pPr>
              <a:buNone/>
            </a:pPr>
            <a:r>
              <a:rPr lang="es-ES" b="1" i="1" u="sng" dirty="0">
                <a:solidFill>
                  <a:srgbClr val="424242"/>
                </a:solidFill>
              </a:rPr>
              <a:t>2. Interactividad significativa</a:t>
            </a:r>
            <a:endParaRPr lang="es-ES" b="1" i="1" u="sng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Filtros y segmentaciones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Usa </a:t>
            </a:r>
            <a:r>
              <a:rPr lang="es-ES" sz="1200" dirty="0" err="1">
                <a:solidFill>
                  <a:srgbClr val="424242"/>
                </a:solidFill>
                <a:ea typeface="+mn-lt"/>
                <a:cs typeface="+mn-lt"/>
              </a:rPr>
              <a:t>slicers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, filtros y segmentaciones para permitir al usuario explorar los datos por sí mismo.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sz="1200" b="1" dirty="0" err="1">
                <a:solidFill>
                  <a:srgbClr val="424242"/>
                </a:solidFill>
                <a:ea typeface="+mn-lt"/>
                <a:cs typeface="+mn-lt"/>
              </a:rPr>
              <a:t>Bookmarks</a:t>
            </a: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 y botones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Crea experiencias de navegación personalizadas, como menús desplegables o vistas detalladas.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sz="1200" b="1" dirty="0" err="1">
                <a:solidFill>
                  <a:srgbClr val="424242"/>
                </a:solidFill>
                <a:ea typeface="+mn-lt"/>
                <a:cs typeface="+mn-lt"/>
              </a:rPr>
              <a:t>Tooltips</a:t>
            </a: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 personalizados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Agrega información adicional al pasar el cursor sobre un elemento sin saturar la vista principal.</a:t>
            </a:r>
            <a:endParaRPr lang="es-ES" dirty="0"/>
          </a:p>
          <a:p>
            <a:pPr marL="0" indent="0">
              <a:buNone/>
            </a:pPr>
            <a:endParaRPr lang="es-ES" sz="1600" b="1" dirty="0"/>
          </a:p>
        </p:txBody>
      </p:sp>
    </p:spTree>
    <p:extLst>
      <p:ext uri="{BB962C8B-B14F-4D97-AF65-F5344CB8AC3E}">
        <p14:creationId xmlns:p14="http://schemas.microsoft.com/office/powerpoint/2010/main" val="2435792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C7057-758F-C750-9665-4EA3E663A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E5713-ADFA-5A00-D884-771AF8B2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 dirty="0"/>
              <a:t>04 – VISUALIZACIÓN DE DATOS</a:t>
            </a:r>
            <a:endParaRPr lang="es-ES" sz="3200" b="0" dirty="0"/>
          </a:p>
          <a:p>
            <a:endParaRPr lang="es-ES" sz="32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940B0B7-C41E-9945-AB43-FF9CE860F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b="1" i="1" u="sng" dirty="0">
                <a:solidFill>
                  <a:srgbClr val="424242"/>
                </a:solidFill>
              </a:rPr>
              <a:t>3. Jerarquía visual</a:t>
            </a:r>
            <a:endParaRPr lang="en-US" i="1" u="sng" dirty="0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Tamaño y color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Usa el tamaño de los elementos y los colores para guiar la atención del usuario hacia lo más importante.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Orden lógico de lectura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Diseña de arriba hacia abajo y de izquierda a derecha, siguiendo patrones naturales de lectura.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Indicadores clave (</a:t>
            </a:r>
            <a:r>
              <a:rPr lang="es-ES" sz="1200" b="1" dirty="0" err="1">
                <a:solidFill>
                  <a:srgbClr val="424242"/>
                </a:solidFill>
                <a:ea typeface="+mn-lt"/>
                <a:cs typeface="+mn-lt"/>
              </a:rPr>
              <a:t>KPIs</a:t>
            </a: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)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Destaca métricas importantes con tarjetas o indicadores visuales.</a:t>
            </a:r>
            <a:endParaRPr lang="es-ES" dirty="0"/>
          </a:p>
          <a:p>
            <a:pPr>
              <a:buNone/>
            </a:pPr>
            <a:r>
              <a:rPr lang="es-ES" b="1" i="1" u="sng" dirty="0">
                <a:solidFill>
                  <a:srgbClr val="424242"/>
                </a:solidFill>
              </a:rPr>
              <a:t>4. Consistencia visual</a:t>
            </a:r>
            <a:endParaRPr lang="es-ES" i="1" u="sng" dirty="0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Paleta de colores uniforme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Usa colores corporativos o una paleta coherente en todo el informe.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Tipografía y estilos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Mantén el mismo tipo de letra, tamaño y estilo para títulos, etiquetas y valores.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Alineación y espaciado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Usa cuadrículas y márgenes para mantener una estructura ordenada.</a:t>
            </a:r>
            <a:endParaRPr lang="es-ES"/>
          </a:p>
          <a:p>
            <a:pPr>
              <a:buNone/>
            </a:pPr>
            <a:r>
              <a:rPr lang="es-ES" b="1" i="1" u="sng" dirty="0">
                <a:solidFill>
                  <a:srgbClr val="424242"/>
                </a:solidFill>
              </a:rPr>
              <a:t>5. Diseño responsivo y adaptable</a:t>
            </a:r>
            <a:endParaRPr lang="es-ES" i="1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Diseño para diferentes dispositivos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Considera cómo se verá el informe en </a:t>
            </a:r>
            <a:r>
              <a:rPr lang="es-ES" sz="1200" dirty="0" err="1">
                <a:solidFill>
                  <a:srgbClr val="424242"/>
                </a:solidFill>
                <a:ea typeface="+mn-lt"/>
                <a:cs typeface="+mn-lt"/>
              </a:rPr>
              <a:t>Power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 BI Mobile.</a:t>
            </a:r>
            <a:endParaRPr lang="es-ES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Prueba de navegación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Asegúrate de que los botones, filtros y enlaces funcionen correctamente.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Carga eficiente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Evita visualizaciones complejas innecesarias que ralenticen el informe.</a:t>
            </a:r>
            <a:endParaRPr lang="es-ES" dirty="0"/>
          </a:p>
          <a:p>
            <a:pPr marL="0" indent="0">
              <a:buNone/>
            </a:pPr>
            <a:endParaRPr lang="es-ES" sz="2000" b="1" dirty="0"/>
          </a:p>
          <a:p>
            <a:pPr marL="0" indent="0">
              <a:buNone/>
            </a:pPr>
            <a:endParaRPr lang="es-ES" sz="1600" b="1" dirty="0"/>
          </a:p>
        </p:txBody>
      </p:sp>
    </p:spTree>
    <p:extLst>
      <p:ext uri="{BB962C8B-B14F-4D97-AF65-F5344CB8AC3E}">
        <p14:creationId xmlns:p14="http://schemas.microsoft.com/office/powerpoint/2010/main" val="4015437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2ADFA-67EC-7B24-9847-89B55167C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418B1-792D-1CB8-3747-8B125CDD5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 dirty="0"/>
              <a:t>04 – VISUALIZACIÓN DE DATOS</a:t>
            </a:r>
            <a:endParaRPr lang="es-ES" sz="3200" b="0" dirty="0"/>
          </a:p>
          <a:p>
            <a:endParaRPr lang="es-ES" sz="32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43B15C-9C4C-40F0-6B4B-E5882334A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b="1" i="1" u="sng" dirty="0">
                <a:solidFill>
                  <a:srgbClr val="424242"/>
                </a:solidFill>
              </a:rPr>
              <a:t>6. Contexto y narrativa</a:t>
            </a:r>
            <a:endParaRPr lang="en-US" u="sng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Cuenta una historia con los datos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Presenta la información en un orden lógico que guíe al usuario desde una visión general hasta el detalle.</a:t>
            </a:r>
            <a:endParaRPr lang="es-ES" sz="1200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Incluye contexto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Agrega descripciones, leyendas o notas para ayudar a interpretar los datos.</a:t>
            </a:r>
            <a:endParaRPr lang="es-ES" sz="1200"/>
          </a:p>
          <a:p>
            <a:pPr>
              <a:buFont typeface="Arial"/>
              <a:buChar char="•"/>
            </a:pPr>
            <a:r>
              <a:rPr lang="es-ES" sz="1200" b="1" dirty="0">
                <a:solidFill>
                  <a:srgbClr val="424242"/>
                </a:solidFill>
                <a:ea typeface="+mn-lt"/>
                <a:cs typeface="+mn-lt"/>
              </a:rPr>
              <a:t>Define objetivos</a:t>
            </a:r>
            <a:r>
              <a:rPr lang="es-ES" sz="1200" dirty="0">
                <a:solidFill>
                  <a:srgbClr val="424242"/>
                </a:solidFill>
                <a:ea typeface="+mn-lt"/>
                <a:cs typeface="+mn-lt"/>
              </a:rPr>
              <a:t>: Cada página del informe debe responder a una pregunta o necesidad específica del negocio.</a:t>
            </a:r>
            <a:endParaRPr lang="es-ES" sz="1200" dirty="0"/>
          </a:p>
          <a:p>
            <a:pPr>
              <a:buNone/>
            </a:pPr>
            <a:endParaRPr lang="es-ES" sz="1500" b="1" dirty="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 b="1" dirty="0"/>
          </a:p>
          <a:p>
            <a:pPr marL="0" indent="0">
              <a:buNone/>
            </a:pPr>
            <a:endParaRPr lang="es-ES" sz="1600" b="1" dirty="0"/>
          </a:p>
        </p:txBody>
      </p:sp>
    </p:spTree>
    <p:extLst>
      <p:ext uri="{BB962C8B-B14F-4D97-AF65-F5344CB8AC3E}">
        <p14:creationId xmlns:p14="http://schemas.microsoft.com/office/powerpoint/2010/main" val="29049061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A47E-695F-B54A-5A50-3EDE9CF84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B5167-DC65-A634-3D11-8BF0DB10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s-ES" sz="3200" dirty="0"/>
              <a:t>05 – PERSONALIZACION DE DATOS</a:t>
            </a:r>
            <a:endParaRPr lang="en-US" sz="3200" b="0" dirty="0"/>
          </a:p>
          <a:p>
            <a:endParaRPr lang="en-US" sz="49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0E6E6E2-FB33-464F-9926-3D1A97717458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6705A9-F55F-CD01-FAA3-A5CA5AC8D42C}"/>
              </a:ext>
            </a:extLst>
          </p:cNvPr>
          <p:cNvSpPr txBox="1"/>
          <p:nvPr/>
        </p:nvSpPr>
        <p:spPr>
          <a:xfrm>
            <a:off x="516094" y="1722666"/>
            <a:ext cx="11120610" cy="418576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¿QUE ES UNA COLUMNA CALCULADA?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Se </a:t>
            </a:r>
            <a:r>
              <a:rPr lang="en-US" sz="2000" err="1">
                <a:solidFill>
                  <a:srgbClr val="000000"/>
                </a:solidFill>
              </a:rPr>
              <a:t>calcula</a:t>
            </a:r>
            <a:r>
              <a:rPr lang="en-US" sz="2000">
                <a:solidFill>
                  <a:srgbClr val="000000"/>
                </a:solidFill>
              </a:rPr>
              <a:t> </a:t>
            </a:r>
            <a:r>
              <a:rPr lang="en-US" sz="2000" b="1">
                <a:solidFill>
                  <a:srgbClr val="000000"/>
                </a:solidFill>
              </a:rPr>
              <a:t>fila </a:t>
            </a:r>
            <a:r>
              <a:rPr lang="en-US" sz="2000" b="1" err="1">
                <a:solidFill>
                  <a:srgbClr val="000000"/>
                </a:solidFill>
              </a:rPr>
              <a:t>por</a:t>
            </a:r>
            <a:r>
              <a:rPr lang="en-US" sz="2000" b="1">
                <a:solidFill>
                  <a:srgbClr val="000000"/>
                </a:solidFill>
              </a:rPr>
              <a:t> fila</a:t>
            </a:r>
            <a:r>
              <a:rPr lang="en-US" sz="2000">
                <a:solidFill>
                  <a:srgbClr val="000000"/>
                </a:solidFill>
              </a:rPr>
              <a:t> </a:t>
            </a:r>
            <a:r>
              <a:rPr lang="en-US" sz="2000" err="1">
                <a:solidFill>
                  <a:srgbClr val="000000"/>
                </a:solidFill>
              </a:rPr>
              <a:t>en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una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tabla</a:t>
            </a:r>
            <a:r>
              <a:rPr lang="en-US" sz="200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Se </a:t>
            </a:r>
            <a:r>
              <a:rPr lang="en-US" sz="2000" err="1">
                <a:solidFill>
                  <a:srgbClr val="000000"/>
                </a:solidFill>
              </a:rPr>
              <a:t>almacena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físicamente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en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el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modelo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Se </a:t>
            </a:r>
            <a:r>
              <a:rPr lang="en-US" sz="2000" err="1">
                <a:solidFill>
                  <a:srgbClr val="000000"/>
                </a:solidFill>
              </a:rPr>
              <a:t>usa</a:t>
            </a:r>
            <a:r>
              <a:rPr lang="en-US" sz="2000">
                <a:solidFill>
                  <a:srgbClr val="000000"/>
                </a:solidFill>
              </a:rPr>
              <a:t> para </a:t>
            </a:r>
            <a:r>
              <a:rPr lang="en-US" sz="2000" err="1">
                <a:solidFill>
                  <a:srgbClr val="000000"/>
                </a:solidFill>
              </a:rPr>
              <a:t>crear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nuevas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categorías</a:t>
            </a:r>
            <a:r>
              <a:rPr lang="en-US" sz="2000">
                <a:solidFill>
                  <a:srgbClr val="000000"/>
                </a:solidFill>
              </a:rPr>
              <a:t> o </a:t>
            </a:r>
            <a:r>
              <a:rPr lang="en-US" sz="2000" err="1">
                <a:solidFill>
                  <a:srgbClr val="000000"/>
                </a:solidFill>
              </a:rPr>
              <a:t>atributos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Es </a:t>
            </a:r>
            <a:r>
              <a:rPr lang="en-US" sz="2000" err="1">
                <a:solidFill>
                  <a:srgbClr val="000000"/>
                </a:solidFill>
              </a:rPr>
              <a:t>bastante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útil</a:t>
            </a:r>
            <a:r>
              <a:rPr lang="en-US" sz="2000">
                <a:solidFill>
                  <a:srgbClr val="000000"/>
                </a:solidFill>
              </a:rPr>
              <a:t> para </a:t>
            </a:r>
            <a:r>
              <a:rPr lang="en-US" sz="2000" err="1">
                <a:solidFill>
                  <a:srgbClr val="000000"/>
                </a:solidFill>
              </a:rPr>
              <a:t>segmentar</a:t>
            </a:r>
            <a:r>
              <a:rPr lang="en-US" sz="2000">
                <a:solidFill>
                  <a:srgbClr val="000000"/>
                </a:solidFill>
              </a:rPr>
              <a:t>, </a:t>
            </a:r>
            <a:r>
              <a:rPr lang="en-US" sz="2000" err="1">
                <a:solidFill>
                  <a:srgbClr val="000000"/>
                </a:solidFill>
              </a:rPr>
              <a:t>agrupar</a:t>
            </a:r>
            <a:r>
              <a:rPr lang="en-US" sz="2000">
                <a:solidFill>
                  <a:srgbClr val="000000"/>
                </a:solidFill>
              </a:rPr>
              <a:t> o </a:t>
            </a:r>
            <a:r>
              <a:rPr lang="en-US" sz="2000" err="1">
                <a:solidFill>
                  <a:srgbClr val="000000"/>
                </a:solidFill>
              </a:rPr>
              <a:t>visualizar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directamente</a:t>
            </a:r>
            <a:r>
              <a:rPr lang="en-US" sz="200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000000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sz="2000" err="1">
                <a:solidFill>
                  <a:srgbClr val="000000"/>
                </a:solidFill>
              </a:rPr>
              <a:t>Ejemplo</a:t>
            </a:r>
            <a:r>
              <a:rPr lang="en-US" sz="2000">
                <a:solidFill>
                  <a:srgbClr val="000000"/>
                </a:solidFill>
              </a:rPr>
              <a:t>:</a:t>
            </a:r>
          </a:p>
          <a:p>
            <a:pPr marL="742950" lvl="1" indent="-285750">
              <a:buFont typeface="Courier New"/>
              <a:buChar char="o"/>
            </a:pPr>
            <a:endParaRPr lang="en-US">
              <a:solidFill>
                <a:srgbClr val="000000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1600" b="1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>
              <a:solidFill>
                <a:srgbClr val="424242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  <a:ea typeface="+mn-lt"/>
              <a:cs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E4EAAB-1FBC-E05E-CA93-0797B6992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84" y="4472245"/>
            <a:ext cx="7154647" cy="88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16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B087A-DB77-C200-054D-83701586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FACB-ECD7-6E6D-77DF-48B41E2B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s-ES" sz="3200" dirty="0"/>
              <a:t>05 – PERSONALIZACION DE DATOS</a:t>
            </a:r>
            <a:endParaRPr lang="en-US" sz="3200" b="0" dirty="0"/>
          </a:p>
          <a:p>
            <a:endParaRPr lang="en-US" sz="49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870776-4672-8C3C-2695-F8FF21AF36A8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4EDB8A-CCC2-0CA2-3A8B-5888318E128B}"/>
              </a:ext>
            </a:extLst>
          </p:cNvPr>
          <p:cNvSpPr txBox="1"/>
          <p:nvPr/>
        </p:nvSpPr>
        <p:spPr>
          <a:xfrm>
            <a:off x="516094" y="1722666"/>
            <a:ext cx="11120610" cy="47705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¿QUE ES UNA MEDIDA?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Se </a:t>
            </a:r>
            <a:r>
              <a:rPr lang="en-US" sz="2000" err="1">
                <a:solidFill>
                  <a:srgbClr val="000000"/>
                </a:solidFill>
              </a:rPr>
              <a:t>calcula</a:t>
            </a:r>
            <a:r>
              <a:rPr lang="en-US" sz="2000">
                <a:solidFill>
                  <a:srgbClr val="000000"/>
                </a:solidFill>
              </a:rPr>
              <a:t> </a:t>
            </a:r>
            <a:r>
              <a:rPr lang="en-US" sz="2000" b="1" err="1">
                <a:solidFill>
                  <a:srgbClr val="000000"/>
                </a:solidFill>
              </a:rPr>
              <a:t>dinámicamente</a:t>
            </a:r>
            <a:r>
              <a:rPr lang="en-US" sz="2000" b="1">
                <a:solidFill>
                  <a:srgbClr val="000000"/>
                </a:solidFill>
              </a:rPr>
              <a:t> </a:t>
            </a:r>
            <a:r>
              <a:rPr lang="en-US" sz="2000" err="1">
                <a:solidFill>
                  <a:srgbClr val="000000"/>
                </a:solidFill>
              </a:rPr>
              <a:t>en</a:t>
            </a:r>
            <a:r>
              <a:rPr lang="en-US" sz="2000">
                <a:solidFill>
                  <a:srgbClr val="000000"/>
                </a:solidFill>
              </a:rPr>
              <a:t> </a:t>
            </a:r>
            <a:r>
              <a:rPr lang="en-US" sz="2000" err="1">
                <a:solidFill>
                  <a:srgbClr val="000000"/>
                </a:solidFill>
              </a:rPr>
              <a:t>función</a:t>
            </a:r>
            <a:r>
              <a:rPr lang="en-US" sz="2000">
                <a:solidFill>
                  <a:srgbClr val="000000"/>
                </a:solidFill>
              </a:rPr>
              <a:t> del </a:t>
            </a:r>
            <a:r>
              <a:rPr lang="en-US" sz="2000" err="1">
                <a:solidFill>
                  <a:srgbClr val="000000"/>
                </a:solidFill>
              </a:rPr>
              <a:t>contexto</a:t>
            </a:r>
            <a:r>
              <a:rPr lang="en-US" sz="2000">
                <a:solidFill>
                  <a:srgbClr val="000000"/>
                </a:solidFill>
              </a:rPr>
              <a:t> de </a:t>
            </a:r>
            <a:r>
              <a:rPr lang="en-US" sz="2000" err="1">
                <a:solidFill>
                  <a:srgbClr val="000000"/>
                </a:solidFill>
              </a:rPr>
              <a:t>filtro</a:t>
            </a:r>
            <a:r>
              <a:rPr lang="en-US" sz="2000">
                <a:solidFill>
                  <a:srgbClr val="000000"/>
                </a:solidFill>
              </a:rPr>
              <a:t>.</a:t>
            </a:r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No se </a:t>
            </a:r>
            <a:r>
              <a:rPr lang="en-US" sz="2000" err="1">
                <a:solidFill>
                  <a:srgbClr val="000000"/>
                </a:solidFill>
              </a:rPr>
              <a:t>almacena</a:t>
            </a:r>
            <a:r>
              <a:rPr lang="en-US" sz="2000">
                <a:solidFill>
                  <a:srgbClr val="000000"/>
                </a:solidFill>
              </a:rPr>
              <a:t>, se </a:t>
            </a:r>
            <a:r>
              <a:rPr lang="en-US" sz="2000" err="1">
                <a:solidFill>
                  <a:srgbClr val="000000"/>
                </a:solidFill>
              </a:rPr>
              <a:t>calcula</a:t>
            </a:r>
            <a:r>
              <a:rPr lang="en-US" sz="2000">
                <a:solidFill>
                  <a:srgbClr val="000000"/>
                </a:solidFill>
              </a:rPr>
              <a:t> al </a:t>
            </a:r>
            <a:r>
              <a:rPr lang="en-US" sz="2000" err="1">
                <a:solidFill>
                  <a:srgbClr val="000000"/>
                </a:solidFill>
              </a:rPr>
              <a:t>vuelo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>
                <a:solidFill>
                  <a:srgbClr val="000000"/>
                </a:solidFill>
              </a:rPr>
              <a:t>Se </a:t>
            </a:r>
            <a:r>
              <a:rPr lang="en-US" sz="2000" err="1">
                <a:solidFill>
                  <a:srgbClr val="000000"/>
                </a:solidFill>
              </a:rPr>
              <a:t>usa</a:t>
            </a:r>
            <a:r>
              <a:rPr lang="en-US" sz="2000">
                <a:solidFill>
                  <a:srgbClr val="000000"/>
                </a:solidFill>
              </a:rPr>
              <a:t> para KPIs, </a:t>
            </a:r>
            <a:r>
              <a:rPr lang="en-US" sz="2000" err="1">
                <a:solidFill>
                  <a:srgbClr val="000000"/>
                </a:solidFill>
              </a:rPr>
              <a:t>agregaciones</a:t>
            </a:r>
            <a:r>
              <a:rPr lang="en-US" sz="2000">
                <a:solidFill>
                  <a:srgbClr val="000000"/>
                </a:solidFill>
              </a:rPr>
              <a:t> y </a:t>
            </a:r>
            <a:r>
              <a:rPr lang="en-US" sz="2000" err="1">
                <a:solidFill>
                  <a:srgbClr val="000000"/>
                </a:solidFill>
              </a:rPr>
              <a:t>análisis</a:t>
            </a:r>
            <a:r>
              <a:rPr lang="en-US" sz="2000">
                <a:solidFill>
                  <a:srgbClr val="000000"/>
                </a:solidFill>
              </a:rPr>
              <a:t>.</a:t>
            </a:r>
            <a:endParaRPr lang="en-US" sz="2000"/>
          </a:p>
          <a:p>
            <a:pPr marL="285750" indent="-285750">
              <a:buFont typeface="Calibri"/>
              <a:buChar char="-"/>
            </a:pPr>
            <a:endParaRPr lang="en-US" sz="2000">
              <a:solidFill>
                <a:srgbClr val="000000"/>
              </a:solidFill>
            </a:endParaRPr>
          </a:p>
          <a:p>
            <a:pPr marL="285750" indent="-285750">
              <a:buFont typeface="Calibri"/>
              <a:buChar char="-"/>
            </a:pPr>
            <a:r>
              <a:rPr lang="en-US" sz="2000" err="1">
                <a:solidFill>
                  <a:srgbClr val="000000"/>
                </a:solidFill>
              </a:rPr>
              <a:t>Ejemplo</a:t>
            </a:r>
            <a:r>
              <a:rPr lang="en-US" sz="2000">
                <a:solidFill>
                  <a:srgbClr val="000000"/>
                </a:solidFill>
              </a:rPr>
              <a:t>:</a:t>
            </a:r>
          </a:p>
          <a:p>
            <a:pPr marL="285750" indent="-285750">
              <a:buFont typeface="Calibri"/>
              <a:buChar char="-"/>
            </a:pP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Calibri"/>
              <a:buChar char="-"/>
            </a:pP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1600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r>
              <a:rPr lang="en-US" sz="2000" err="1">
                <a:solidFill>
                  <a:srgbClr val="424242"/>
                </a:solidFill>
              </a:rPr>
              <a:t>Útil</a:t>
            </a:r>
            <a:r>
              <a:rPr lang="en-US" sz="2000">
                <a:solidFill>
                  <a:srgbClr val="424242"/>
                </a:solidFill>
              </a:rPr>
              <a:t> para </a:t>
            </a:r>
            <a:r>
              <a:rPr lang="en-US" sz="2000" err="1">
                <a:solidFill>
                  <a:srgbClr val="424242"/>
                </a:solidFill>
              </a:rPr>
              <a:t>mostrar</a:t>
            </a:r>
            <a:r>
              <a:rPr lang="en-US" sz="2000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resultados</a:t>
            </a:r>
            <a:r>
              <a:rPr lang="en-US" sz="2000" b="1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en</a:t>
            </a:r>
            <a:r>
              <a:rPr lang="en-US" sz="2000" b="1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tarjetas</a:t>
            </a:r>
            <a:r>
              <a:rPr lang="en-US" sz="2000" b="1">
                <a:solidFill>
                  <a:srgbClr val="424242"/>
                </a:solidFill>
              </a:rPr>
              <a:t>, </a:t>
            </a:r>
            <a:r>
              <a:rPr lang="en-US" sz="2000" b="1" err="1">
                <a:solidFill>
                  <a:srgbClr val="424242"/>
                </a:solidFill>
              </a:rPr>
              <a:t>gráficos</a:t>
            </a:r>
            <a:r>
              <a:rPr lang="en-US" sz="2000" b="1">
                <a:solidFill>
                  <a:srgbClr val="424242"/>
                </a:solidFill>
              </a:rPr>
              <a:t>, </a:t>
            </a:r>
            <a:r>
              <a:rPr lang="en-US" sz="2000" b="1" err="1">
                <a:solidFill>
                  <a:srgbClr val="424242"/>
                </a:solidFill>
              </a:rPr>
              <a:t>tablas</a:t>
            </a:r>
            <a:r>
              <a:rPr lang="en-US" sz="2000" b="1">
                <a:solidFill>
                  <a:srgbClr val="424242"/>
                </a:solidFill>
              </a:rPr>
              <a:t> </a:t>
            </a:r>
            <a:r>
              <a:rPr lang="en-US" sz="2000" b="1" err="1">
                <a:solidFill>
                  <a:srgbClr val="424242"/>
                </a:solidFill>
              </a:rPr>
              <a:t>dinámicas</a:t>
            </a:r>
            <a:r>
              <a:rPr lang="en-US" sz="2000">
                <a:solidFill>
                  <a:srgbClr val="424242"/>
                </a:solidFill>
              </a:rPr>
              <a:t>.</a:t>
            </a:r>
            <a:endParaRPr lang="en-US" sz="2000"/>
          </a:p>
          <a:p>
            <a:pPr marL="342900" indent="-342900">
              <a:buFont typeface="Calibri"/>
              <a:buChar char="-"/>
            </a:pPr>
            <a:endParaRPr lang="en-US">
              <a:solidFill>
                <a:srgbClr val="424242"/>
              </a:solidFill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  <a:ea typeface="+mn-lt"/>
              <a:cs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2174F9-0C73-650B-F53F-0E2D83B83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72" y="3997883"/>
            <a:ext cx="5324732" cy="117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07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43824-EDF5-E3E2-9C1B-1D0842A5A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C6DD0-A814-17CD-28BB-AAFBAE98B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05383"/>
            <a:ext cx="11155680" cy="691642"/>
          </a:xfrm>
        </p:spPr>
        <p:txBody>
          <a:bodyPr>
            <a:normAutofit/>
          </a:bodyPr>
          <a:lstStyle/>
          <a:p>
            <a:r>
              <a:rPr lang="es-ES" sz="3200" dirty="0"/>
              <a:t>06 – PUBLICACION DE DATOS</a:t>
            </a:r>
            <a:endParaRPr lang="es-ES" sz="3200" b="0" dirty="0"/>
          </a:p>
          <a:p>
            <a:endParaRPr lang="es-ES" sz="3200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113AEC-5DE4-06D7-696A-47CFEF57A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743075"/>
            <a:ext cx="11155680" cy="460286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sz="2400" b="1" dirty="0">
                <a:solidFill>
                  <a:srgbClr val="424242"/>
                </a:solidFill>
              </a:rPr>
              <a:t>PASOS PARA PUBLICAR UN INFORME EN POWER BI SERVICE </a:t>
            </a:r>
          </a:p>
          <a:p>
            <a:pPr>
              <a:buFont typeface="Arial"/>
              <a:buChar char="•"/>
            </a:pP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Haz clic en </a:t>
            </a:r>
            <a:r>
              <a:rPr lang="es-ES" sz="1600" b="1" dirty="0">
                <a:solidFill>
                  <a:srgbClr val="424242"/>
                </a:solidFill>
                <a:ea typeface="+mn-lt"/>
                <a:cs typeface="+mn-lt"/>
              </a:rPr>
              <a:t>“Publicar”</a:t>
            </a: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 en la cinta de opciones.</a:t>
            </a:r>
            <a:endParaRPr lang="es-ES" sz="1600">
              <a:solidFill>
                <a:srgbClr val="000000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Inicia sesión con tu cuenta de </a:t>
            </a:r>
            <a:r>
              <a:rPr lang="es-ES" sz="1600" err="1">
                <a:solidFill>
                  <a:srgbClr val="424242"/>
                </a:solidFill>
                <a:ea typeface="+mn-lt"/>
                <a:cs typeface="+mn-lt"/>
              </a:rPr>
              <a:t>Power</a:t>
            </a: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 BI (Microsoft 365).</a:t>
            </a:r>
            <a:endParaRPr lang="es-ES" sz="1600"/>
          </a:p>
          <a:p>
            <a:pPr>
              <a:buFont typeface="Arial"/>
              <a:buChar char="•"/>
            </a:pP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Selecciona el </a:t>
            </a:r>
            <a:r>
              <a:rPr lang="es-ES" sz="1600" b="1" err="1">
                <a:solidFill>
                  <a:srgbClr val="424242"/>
                </a:solidFill>
                <a:ea typeface="+mn-lt"/>
                <a:cs typeface="+mn-lt"/>
              </a:rPr>
              <a:t>workspace</a:t>
            </a: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 (espacio de trabajo) de destino.</a:t>
            </a:r>
            <a:endParaRPr lang="es-ES" sz="16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Espera la confirmación de que el informe fue publicado correctamente.</a:t>
            </a:r>
            <a:endParaRPr lang="es-ES" sz="1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s-ES" sz="2400" b="1" dirty="0">
                <a:solidFill>
                  <a:srgbClr val="424242"/>
                </a:solidFill>
              </a:rPr>
              <a:t>ESPACIOS DE TRABAJO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Son contenedores colaborativos donde se almacenan informes, </a:t>
            </a:r>
            <a:r>
              <a:rPr lang="es-ES" sz="1600" err="1">
                <a:solidFill>
                  <a:srgbClr val="424242"/>
                </a:solidFill>
                <a:ea typeface="+mn-lt"/>
                <a:cs typeface="+mn-lt"/>
              </a:rPr>
              <a:t>datasets</a:t>
            </a: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 y </a:t>
            </a:r>
            <a:r>
              <a:rPr lang="es-ES" sz="1600" err="1">
                <a:solidFill>
                  <a:srgbClr val="424242"/>
                </a:solidFill>
                <a:ea typeface="+mn-lt"/>
                <a:cs typeface="+mn-lt"/>
              </a:rPr>
              <a:t>dashboards</a:t>
            </a: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.</a:t>
            </a:r>
            <a:endParaRPr lang="es-ES" sz="1600"/>
          </a:p>
          <a:p>
            <a:pPr>
              <a:buFont typeface="Arial"/>
              <a:buChar char="•"/>
            </a:pP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Puedes tener </a:t>
            </a:r>
            <a:r>
              <a:rPr lang="es-ES" sz="1600" err="1">
                <a:solidFill>
                  <a:srgbClr val="424242"/>
                </a:solidFill>
                <a:ea typeface="+mn-lt"/>
                <a:cs typeface="+mn-lt"/>
              </a:rPr>
              <a:t>workspaces</a:t>
            </a: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 personales (Mi área de trabajo) o compartidos con equipos.</a:t>
            </a:r>
            <a:endParaRPr lang="es-ES" sz="1600"/>
          </a:p>
          <a:p>
            <a:pPr>
              <a:buFont typeface="Arial"/>
              <a:buChar char="•"/>
            </a:pP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En los </a:t>
            </a:r>
            <a:r>
              <a:rPr lang="es-ES" sz="1600" err="1">
                <a:solidFill>
                  <a:srgbClr val="424242"/>
                </a:solidFill>
                <a:ea typeface="+mn-lt"/>
                <a:cs typeface="+mn-lt"/>
              </a:rPr>
              <a:t>workspaces</a:t>
            </a:r>
            <a:r>
              <a:rPr lang="es-ES" sz="1600" dirty="0">
                <a:solidFill>
                  <a:srgbClr val="424242"/>
                </a:solidFill>
                <a:ea typeface="+mn-lt"/>
                <a:cs typeface="+mn-lt"/>
              </a:rPr>
              <a:t> puedes:</a:t>
            </a:r>
            <a:endParaRPr lang="es-ES" sz="1600"/>
          </a:p>
          <a:p>
            <a:pPr marL="971550" lvl="1" indent="-285750">
              <a:buFont typeface="Arial"/>
              <a:buChar char="•"/>
            </a:pPr>
            <a:r>
              <a:rPr lang="es-ES" dirty="0">
                <a:solidFill>
                  <a:srgbClr val="424242"/>
                </a:solidFill>
                <a:ea typeface="+mn-lt"/>
                <a:cs typeface="+mn-lt"/>
              </a:rPr>
              <a:t>Asignar roles (lector, colaborador, administrador).</a:t>
            </a:r>
            <a:endParaRPr lang="es-ES"/>
          </a:p>
          <a:p>
            <a:pPr marL="971550" lvl="1" indent="-285750">
              <a:buFont typeface="Arial"/>
              <a:buChar char="•"/>
            </a:pPr>
            <a:r>
              <a:rPr lang="es-ES" dirty="0">
                <a:solidFill>
                  <a:srgbClr val="424242"/>
                </a:solidFill>
                <a:ea typeface="+mn-lt"/>
                <a:cs typeface="+mn-lt"/>
              </a:rPr>
              <a:t>Publicar aplicaciones (apps) para distribuir contenido a usuarios finales.</a:t>
            </a:r>
            <a:endParaRPr lang="es-ES" dirty="0"/>
          </a:p>
          <a:p>
            <a:pPr>
              <a:buNone/>
            </a:pPr>
            <a:endParaRPr lang="es-ES" sz="1500" b="1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2000" b="1"/>
          </a:p>
          <a:p>
            <a:pPr marL="0" indent="0">
              <a:buNone/>
            </a:pPr>
            <a:endParaRPr lang="es-ES" sz="1200">
              <a:solidFill>
                <a:srgbClr val="424242"/>
              </a:solidFill>
            </a:endParaRPr>
          </a:p>
          <a:p>
            <a:pPr marL="0" indent="0">
              <a:buNone/>
            </a:pPr>
            <a:endParaRPr lang="es-ES" sz="1600" b="1"/>
          </a:p>
        </p:txBody>
      </p:sp>
      <p:pic>
        <p:nvPicPr>
          <p:cNvPr id="3" name="Picture 2" descr="Syncing Generic color lineal-color icon">
            <a:extLst>
              <a:ext uri="{FF2B5EF4-FFF2-40B4-BE49-F238E27FC236}">
                <a16:creationId xmlns:a16="http://schemas.microsoft.com/office/drawing/2014/main" id="{9ED73F81-9D28-0831-667C-714D4F254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4292" y="3139108"/>
            <a:ext cx="2246244" cy="224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9097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B688F-F859-1C2B-58E0-EDD7EE662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FDD15A61-C581-6E4C-6AA8-33EEE4D21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EFD0B3-C29B-0C9C-928C-EC92F6F00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4EF41F90-8949-B6EE-4BCE-BC8F93C59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Gráficas financieras en una pantalla oscura">
            <a:extLst>
              <a:ext uri="{FF2B5EF4-FFF2-40B4-BE49-F238E27FC236}">
                <a16:creationId xmlns:a16="http://schemas.microsoft.com/office/drawing/2014/main" id="{734D2574-0F3B-4129-A978-35DE37A3FC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7" r="6" b="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D64112F-4BDF-CB8E-7CC3-25642E7B9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CA2450-7249-A2E2-449E-8406CE885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1368478"/>
            <a:ext cx="11086221" cy="330951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6600" dirty="0"/>
              <a:t>CASOS PRÁCTICOS</a:t>
            </a:r>
            <a:br>
              <a:rPr lang="en-US" sz="6600" dirty="0"/>
            </a:br>
            <a:endParaRPr lang="en-US" sz="5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E85EF1-2C30-89AD-CA90-39E4A3842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30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DD61B-47F0-F1F1-F25A-E99C9E72F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BCE79-3B16-6368-2309-C719A357E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EAFAE5-8FF0-218F-79B2-DE8BC60C13C9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490BF4-510A-59EE-2163-003044E82DCC}"/>
              </a:ext>
            </a:extLst>
          </p:cNvPr>
          <p:cNvSpPr txBox="1"/>
          <p:nvPr/>
        </p:nvSpPr>
        <p:spPr>
          <a:xfrm>
            <a:off x="525863" y="1712897"/>
            <a:ext cx="1114201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01 - VENTAS Y RENTABILIDAD</a:t>
            </a: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A6A153-D850-D940-60A7-BAC3E9014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785125"/>
              </p:ext>
            </p:extLst>
          </p:nvPr>
        </p:nvGraphicFramePr>
        <p:xfrm>
          <a:off x="709192" y="2627376"/>
          <a:ext cx="11058877" cy="28346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USO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u="none" strike="noStrike" baseline="0" noProof="0" err="1">
                          <a:solidFill>
                            <a:srgbClr val="000000"/>
                          </a:solidFill>
                        </a:rPr>
                        <a:t>Analizar</a:t>
                      </a:r>
                      <a:r>
                        <a:rPr lang="en-US" sz="1800" b="0" u="none" strike="noStrike" baseline="0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b="0" u="none" strike="noStrike" baseline="0" noProof="0" err="1">
                          <a:solidFill>
                            <a:srgbClr val="000000"/>
                          </a:solidFill>
                        </a:rPr>
                        <a:t>ingresos</a:t>
                      </a:r>
                      <a:r>
                        <a:rPr lang="en-US" sz="1800" b="0" u="none" strike="noStrike" baseline="0" noProof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1800" b="0" u="none" strike="noStrike" baseline="0" noProof="0" err="1">
                          <a:solidFill>
                            <a:srgbClr val="000000"/>
                          </a:solidFill>
                        </a:rPr>
                        <a:t>márgenes</a:t>
                      </a:r>
                      <a:r>
                        <a:rPr lang="en-US" sz="1800" b="0" u="none" strike="noStrike" baseline="0" noProof="0" dirty="0">
                          <a:solidFill>
                            <a:srgbClr val="000000"/>
                          </a:solidFill>
                        </a:rPr>
                        <a:t> y </a:t>
                      </a:r>
                      <a:r>
                        <a:rPr lang="en-US" sz="1800" b="0" u="none" strike="noStrike" baseline="0" noProof="0" err="1">
                          <a:solidFill>
                            <a:srgbClr val="000000"/>
                          </a:solidFill>
                        </a:rPr>
                        <a:t>tendencias</a:t>
                      </a:r>
                      <a:r>
                        <a:rPr lang="en-US" sz="1800" b="0" u="none" strike="noStrike" baseline="0" noProof="0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sz="1800" b="0" u="none" strike="noStrike" baseline="0" noProof="0" err="1">
                          <a:solidFill>
                            <a:srgbClr val="000000"/>
                          </a:solidFill>
                        </a:rPr>
                        <a:t>ventas</a:t>
                      </a:r>
                      <a:r>
                        <a:rPr lang="en-US" sz="1800" b="0" u="none" strike="noStrike" baseline="0" noProof="0" dirty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sz="1800" b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ORÍGENES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ERP, CRM, BBDD Ventas, Hojas Excel.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25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TRANSFORMACIONES COMUNES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err="1"/>
                        <a:t>Conversión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err="1"/>
                        <a:t>Monedas</a:t>
                      </a:r>
                      <a:r>
                        <a:rPr lang="en-US" sz="1800" dirty="0"/>
                        <a:t>, </a:t>
                      </a:r>
                      <a:r>
                        <a:rPr lang="en-US" sz="1800" err="1"/>
                        <a:t>Cálculo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err="1"/>
                        <a:t>márgenes</a:t>
                      </a:r>
                      <a:r>
                        <a:rPr lang="en-US" sz="1800" dirty="0"/>
                        <a:t>, </a:t>
                      </a:r>
                      <a:r>
                        <a:rPr lang="en-US" sz="1800" err="1"/>
                        <a:t>limpieza</a:t>
                      </a:r>
                      <a:r>
                        <a:rPr lang="en-US" sz="1800" dirty="0"/>
                        <a:t> de </a:t>
                      </a:r>
                      <a:r>
                        <a:rPr lang="en-US" sz="1800" err="1"/>
                        <a:t>fechas</a:t>
                      </a:r>
                      <a:r>
                        <a:rPr lang="en-US" sz="1800" dirty="0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1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Modelo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 estrella con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tabla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hechos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ventas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 y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dimensiones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productos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clientes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fechas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89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ELEMENTOS VISUALES SUGERIDOS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Gráficos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 de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columnas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líneas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tarjetas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 de KPIs,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segmentadores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por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región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 o </a:t>
                      </a:r>
                      <a:r>
                        <a:rPr lang="en-US" sz="1800" u="none" strike="noStrike" baseline="0" noProof="0" err="1">
                          <a:solidFill>
                            <a:srgbClr val="000000"/>
                          </a:solidFill>
                        </a:rPr>
                        <a:t>producto</a:t>
                      </a:r>
                      <a:r>
                        <a:rPr lang="en-US" sz="1800" u="none" strike="noStrike" baseline="0" noProof="0" dirty="0">
                          <a:solidFill>
                            <a:srgbClr val="000000"/>
                          </a:solidFill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2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6587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5B3A0-702F-DEB5-A762-D82E05B31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3EFE7-1FBD-A328-4581-6C69179A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0E297A-9B5C-2F84-BEC4-84DF8B08E452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A2025-CF4E-9504-0A11-4970923E974B}"/>
              </a:ext>
            </a:extLst>
          </p:cNvPr>
          <p:cNvSpPr txBox="1"/>
          <p:nvPr/>
        </p:nvSpPr>
        <p:spPr>
          <a:xfrm>
            <a:off x="525863" y="1712897"/>
            <a:ext cx="1114201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01 - VENTAS Y RENTABILIDAD</a:t>
            </a: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ABB497C-BC0C-7740-C055-E4084B6A3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637811"/>
              </p:ext>
            </p:extLst>
          </p:nvPr>
        </p:nvGraphicFramePr>
        <p:xfrm>
          <a:off x="709192" y="2627376"/>
          <a:ext cx="11058877" cy="10363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FILTROS Y SEGMENTACIONES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Incluir filtros por: tiempo, categoría, cliente o canal de ventas.</a:t>
                      </a:r>
                    </a:p>
                    <a:p>
                      <a:pPr lvl="0">
                        <a:buNone/>
                      </a:pPr>
                      <a:endParaRPr lang="en-US" sz="1800" b="0" u="none" strike="noStrike" baseline="0" noProof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/>
                        <a:t>INDICADORES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Ingresos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margen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bruto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rentabilidad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neta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crecimiento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etc.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797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87084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836DE-9340-6B35-7EBC-2B793A7A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1EFEE-5006-9FF2-BBEC-1632C45F4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87E16F1-E530-9AA9-0D83-A4CBBC61C514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0FB07-6C58-0A59-ACB7-C80D215F646D}"/>
              </a:ext>
            </a:extLst>
          </p:cNvPr>
          <p:cNvSpPr txBox="1"/>
          <p:nvPr/>
        </p:nvSpPr>
        <p:spPr>
          <a:xfrm>
            <a:off x="525863" y="1712897"/>
            <a:ext cx="1114201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01 - VENTAS Y RENTABILIDAD</a:t>
            </a: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7768A67-43EB-53A9-63B1-9A8199727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840609"/>
              </p:ext>
            </p:extLst>
          </p:nvPr>
        </p:nvGraphicFramePr>
        <p:xfrm>
          <a:off x="709192" y="2627376"/>
          <a:ext cx="11058877" cy="25603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MEDIDAS DAX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01 - Ventas totales </a:t>
                      </a:r>
                      <a:endParaRPr lang="es-ES" sz="1800" b="0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Ventas Totales = SUM(Ventas[</a:t>
                      </a:r>
                      <a:r>
                        <a:rPr lang="es-ES" sz="1800" b="0" i="0" u="none" strike="noStrike" baseline="0" noProof="0" err="1">
                          <a:solidFill>
                            <a:srgbClr val="000000"/>
                          </a:solidFill>
                          <a:latin typeface="Aptos"/>
                        </a:rPr>
                        <a:t>TotalVentas</a:t>
                      </a: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])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02 – Coste total</a:t>
                      </a:r>
                      <a:endParaRPr lang="es-ES" sz="1800" b="0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Coste Total = SUM(Ventas[Coste])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800" b="0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03 – Ganancia Bruta</a:t>
                      </a:r>
                      <a:endParaRPr lang="es-ES" sz="1800" b="0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04 – Margen bruto</a:t>
                      </a:r>
                      <a:endParaRPr lang="es-ES" sz="1800" b="0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05 – Rentabilidad por producto</a:t>
                      </a:r>
                      <a:endParaRPr lang="es-ES" sz="1800" b="0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800" b="0" u="none" strike="noStrike" baseline="0" noProof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254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47D97-8BB9-7919-8230-9C4D0D79D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50B9B-2ACC-6106-27EB-D10B4DB3A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3A06A5-66B1-9D7B-0EBC-808B4922863C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05EB5-9B35-B6BC-2753-F6A304C54F2F}"/>
              </a:ext>
            </a:extLst>
          </p:cNvPr>
          <p:cNvSpPr txBox="1"/>
          <p:nvPr/>
        </p:nvSpPr>
        <p:spPr>
          <a:xfrm>
            <a:off x="525863" y="1712897"/>
            <a:ext cx="1114201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02 - RECURSOS HUMANOS</a:t>
            </a: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3341437-F3C3-698F-9E3E-5848ADB246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4140490"/>
              </p:ext>
            </p:extLst>
          </p:nvPr>
        </p:nvGraphicFramePr>
        <p:xfrm>
          <a:off x="709192" y="2627376"/>
          <a:ext cx="11058877" cy="28346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USO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Monitorear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plantilla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rotación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ausencias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desempeño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ORÍGENES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Sistemas de RRHH,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nóminas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encuestas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clima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laboral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25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TRANSFORMACIONES COMUNES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Normalización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cargos,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cálculo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antigüedad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limpieza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duplicados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1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Modelo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con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hechos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empleados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dimensiones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departamentos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fechas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ubicaciones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89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ELEMENTOS VISUALES SUGERIDOS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Gráficos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barras, matrices,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indicadores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rotación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segmentadores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género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o </a:t>
                      </a:r>
                      <a:r>
                        <a:rPr lang="en-US" sz="18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área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sz="1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2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9689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01BC8-67E8-E6ED-5DDF-581046F14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963DA-79DE-17C6-65BC-415B3A74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992EC05-5F79-DBED-7CA1-57BBB6935089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10953-39AB-E9AA-BC9C-5C271A771305}"/>
              </a:ext>
            </a:extLst>
          </p:cNvPr>
          <p:cNvSpPr txBox="1"/>
          <p:nvPr/>
        </p:nvSpPr>
        <p:spPr>
          <a:xfrm>
            <a:off x="525863" y="1712897"/>
            <a:ext cx="1114201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02 - RECURSOS HUMANOS</a:t>
            </a:r>
            <a:endParaRPr lang="en-US" sz="3200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17361B-BFE2-BF16-81A1-170188AA3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817814"/>
              </p:ext>
            </p:extLst>
          </p:nvPr>
        </p:nvGraphicFramePr>
        <p:xfrm>
          <a:off x="709192" y="2627376"/>
          <a:ext cx="11058877" cy="2651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FILTROS Y SEGMENTACIONES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Por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ejemplo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género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antigüedad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edad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departamento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ubicación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geográfica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/>
                        <a:t>INDICADORES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Tasa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rotación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endParaRPr lang="en-US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Promedio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antigüedad</a:t>
                      </a:r>
                      <a:endParaRPr lang="en-US" dirty="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Coste medio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empleado</a:t>
                      </a:r>
                      <a:endParaRPr lang="en-US" dirty="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Distribución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género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edad</a:t>
                      </a:r>
                      <a:endParaRPr lang="en-US" dirty="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Vacantes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abiertas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vs.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cubiertas</a:t>
                      </a:r>
                      <a:endParaRPr lang="en-US" dirty="0" err="1"/>
                    </a:p>
                    <a:p>
                      <a:pPr lvl="0"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797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5510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96806-26E5-D38E-0F3A-73760B527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A1982-B969-EF2B-776A-81F71A14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9AB76EF-817F-6C4C-F305-4CBA4E4153AD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5EC1AD-BA57-91EF-E425-57C3C9A32139}"/>
              </a:ext>
            </a:extLst>
          </p:cNvPr>
          <p:cNvSpPr txBox="1"/>
          <p:nvPr/>
        </p:nvSpPr>
        <p:spPr>
          <a:xfrm>
            <a:off x="525863" y="1712897"/>
            <a:ext cx="1114201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02 - RECURSOS HUMANOS</a:t>
            </a:r>
            <a:endParaRPr lang="en-US" sz="3200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2BC6B7-2981-3A7C-7208-8D1645FA7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779105"/>
              </p:ext>
            </p:extLst>
          </p:nvPr>
        </p:nvGraphicFramePr>
        <p:xfrm>
          <a:off x="709192" y="2627376"/>
          <a:ext cx="11058877" cy="3108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MEDIDAS DAX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01 – Empleados antiguos</a:t>
                      </a:r>
                      <a:endParaRPr lang="es-ES" sz="1800" b="0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</a:rPr>
                        <a:t>Empleados Activos = CALCULATE(COUNT(Empleado[</a:t>
                      </a:r>
                      <a:r>
                        <a:rPr lang="es-ES" sz="180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IDEmpleado</a:t>
                      </a: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</a:rPr>
                        <a:t>]), Empleado[Estado] = "Activo")</a:t>
                      </a:r>
                      <a:endParaRPr lang="es-E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02 - Antigüedad promedio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Antigüedad Promedio = AVERAGE(Empleado[</a:t>
                      </a:r>
                      <a:r>
                        <a:rPr lang="es-ES" sz="18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AñosAntiguedad</a:t>
                      </a: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])</a:t>
                      </a:r>
                      <a:endParaRPr lang="es-ES" b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800" b="0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03 – Tasas de rotación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04 -  Promedio Salarial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05 - Distribución de Género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800" b="1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800" b="0" u="none" strike="noStrike" baseline="0" noProof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932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79EB2-4C8E-AA7F-74DD-ADB3F1A7D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A9278-9910-410C-9876-DCE21C43E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DC71-B2BF-D460-8B6D-FFAB5C2931F0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3A6A44-BE67-D12B-F02D-237E40D3244A}"/>
              </a:ext>
            </a:extLst>
          </p:cNvPr>
          <p:cNvSpPr txBox="1"/>
          <p:nvPr/>
        </p:nvSpPr>
        <p:spPr>
          <a:xfrm>
            <a:off x="525863" y="1712897"/>
            <a:ext cx="1114201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03 - INVENTARIO Y STOCK</a:t>
            </a: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034815-BCC9-3635-8686-FF5029715279}"/>
              </a:ext>
            </a:extLst>
          </p:cNvPr>
          <p:cNvGraphicFramePr>
            <a:graphicFrameLocks noGrp="1"/>
          </p:cNvGraphicFramePr>
          <p:nvPr/>
        </p:nvGraphicFramePr>
        <p:xfrm>
          <a:off x="709192" y="2627376"/>
          <a:ext cx="11058877" cy="28956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USO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Controlar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niveles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stock,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rotación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abastecimiento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ORÍGENES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ERP,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sistemas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almacén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hojas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inventario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25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TRANSFORMACIONES COMUNES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Cálculo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stock disponible,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clasificación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ABC,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detección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faltantes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1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Modelo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con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hechos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movimientos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inventario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dimensiones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productos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almacenes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fechas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89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ELEMENTOS VISUALES SUGERIDOS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Gráficos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columnas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tarjetas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stock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mínimo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mapas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almacén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segmentadores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categoría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2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4444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C3DDA-BA43-6B27-66A8-612066900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711A9-A31D-85E0-0F36-2BEE6DE88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75B556-6894-4894-47D1-21A15ECF8B4E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698D77-61A8-14C8-A89A-CEA8F89B009A}"/>
              </a:ext>
            </a:extLst>
          </p:cNvPr>
          <p:cNvSpPr txBox="1"/>
          <p:nvPr/>
        </p:nvSpPr>
        <p:spPr>
          <a:xfrm>
            <a:off x="525863" y="1712897"/>
            <a:ext cx="11142018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03 - INVENTARIO Y STOCK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1B374F8-CA38-E14C-579D-BE9EAA548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203086"/>
              </p:ext>
            </p:extLst>
          </p:nvPr>
        </p:nvGraphicFramePr>
        <p:xfrm>
          <a:off x="709192" y="2627376"/>
          <a:ext cx="11058877" cy="2651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FILTROS Y SEGMENTACIONES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Control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ubicación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Si se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tiene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múltiples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almacenes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o puntos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distribución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añade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esta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dimensión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para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análisis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más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detallados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/>
                        <a:t>INDICADORES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Definir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Stock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mínimo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Óptimo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 para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alertar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sobre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roturas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stock 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exceso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inventario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 </a:t>
                      </a:r>
                      <a:endParaRPr lang="en-US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Rotación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antigüedad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del stock: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Importante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para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evitar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productos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obsoletos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o con baja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rotación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797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18474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3CB1-139F-777A-C913-17088B38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D5CF0-450E-64C8-0DF7-308E7E616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CAFAB63-512C-17A2-B7BC-BBA9ECE19454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2581E-32D4-8722-673F-0693DAC600F0}"/>
              </a:ext>
            </a:extLst>
          </p:cNvPr>
          <p:cNvSpPr txBox="1"/>
          <p:nvPr/>
        </p:nvSpPr>
        <p:spPr>
          <a:xfrm>
            <a:off x="525863" y="1712897"/>
            <a:ext cx="11142018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03 - INVENTARIO Y STOCK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BCADBB4-4932-3F87-EE6A-913CC6B41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703166"/>
              </p:ext>
            </p:extLst>
          </p:nvPr>
        </p:nvGraphicFramePr>
        <p:xfrm>
          <a:off x="709192" y="2627376"/>
          <a:ext cx="11058877" cy="36576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MEDIDAS DAX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01 – Stock Actual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Stock Actual = CALCULATE( SUM(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Movimientos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[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Cantidad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]),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Movimientos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[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TipoMovimiento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] = "Entrada" ) - CALCULATE( SUM(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Movimientos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[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Cantidad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]),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Movimientos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[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TipoMovimiento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] = "Salida" )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02 - Valor de </a:t>
                      </a:r>
                      <a:r>
                        <a:rPr lang="en-US" sz="1800" b="1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Inventario</a:t>
                      </a:r>
                      <a:r>
                        <a:rPr lang="en-US" sz="1800" b="1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(Costo): </a:t>
                      </a:r>
                      <a:endParaRPr lang="en-US" b="1" dirty="0"/>
                    </a:p>
                    <a:p>
                      <a:pPr lvl="0"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Valor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Inventario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= [Stock Actual] * AVERAGE(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DimProducto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[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CosteUnitario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])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1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03 - </a:t>
                      </a:r>
                      <a:r>
                        <a:rPr lang="en-US" sz="1800" b="1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Rotación</a:t>
                      </a:r>
                      <a:r>
                        <a:rPr lang="en-US" sz="1800" b="1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1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inventario</a:t>
                      </a:r>
                      <a:endParaRPr lang="en-US" b="1" dirty="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dirty="0"/>
                        <a:t>04 - Días de </a:t>
                      </a:r>
                      <a:r>
                        <a:rPr lang="en-US" dirty="0" err="1"/>
                        <a:t>cobertura</a:t>
                      </a:r>
                      <a:r>
                        <a:rPr lang="en-US" dirty="0"/>
                        <a:t> (stock </a:t>
                      </a:r>
                      <a:r>
                        <a:rPr lang="en-US" dirty="0" err="1"/>
                        <a:t>futuro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estimado</a:t>
                      </a:r>
                      <a:r>
                        <a:rPr lang="en-US" dirty="0"/>
                        <a:t>)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dirty="0"/>
                        <a:t>05 - </a:t>
                      </a:r>
                      <a:r>
                        <a:rPr lang="en-US" sz="1800" b="1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Alertas</a:t>
                      </a:r>
                      <a:r>
                        <a:rPr lang="en-US" sz="1800" b="1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stock bajo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800" b="1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85241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1B3E2-0845-FF08-8BF8-EE9EB3ED8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B3D0A-19E0-88EE-CDBB-023658C5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34B9FF5-74D1-EDD6-B68D-17A5AF890637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B7DB0-2FA4-5D4A-39F9-514D9A9C1C3F}"/>
              </a:ext>
            </a:extLst>
          </p:cNvPr>
          <p:cNvSpPr txBox="1"/>
          <p:nvPr/>
        </p:nvSpPr>
        <p:spPr>
          <a:xfrm>
            <a:off x="525863" y="1712897"/>
            <a:ext cx="1114201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04 - DESEMPEÑO DE PRODUCTOS</a:t>
            </a: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2245A27-47F9-5E04-8E44-C923338D9D85}"/>
              </a:ext>
            </a:extLst>
          </p:cNvPr>
          <p:cNvGraphicFramePr>
            <a:graphicFrameLocks noGrp="1"/>
          </p:cNvGraphicFramePr>
          <p:nvPr/>
        </p:nvGraphicFramePr>
        <p:xfrm>
          <a:off x="709192" y="2627376"/>
          <a:ext cx="11058877" cy="32004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USO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Evaluar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qué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productos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tienen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mejor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rendimiento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ventas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rentabilidad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ORÍGENES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ERP, CRM,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catálogos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productos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25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TRANSFORMACIONES COMUNES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Cálculo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rentabilidad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producto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agrupación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categoría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1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Modelo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con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hechos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ventas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dimensiones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productos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fechas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regiones.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89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ELEMENTOS VISUALES SUGERIDOS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Gráficos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dispersión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rankings,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tarjetas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KPIs,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segmentadores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línea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producto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2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13452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DED76-BB5C-285C-F709-949EA059A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E27C-6B72-4986-C75A-2C544752E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94D98E0-897F-B511-7878-CAD518B3D1F8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1A38C2-5805-FCDA-B909-FE59ACC67C41}"/>
              </a:ext>
            </a:extLst>
          </p:cNvPr>
          <p:cNvSpPr txBox="1"/>
          <p:nvPr/>
        </p:nvSpPr>
        <p:spPr>
          <a:xfrm>
            <a:off x="525863" y="1712897"/>
            <a:ext cx="11142018" cy="3847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04 - DESEMPEÑO DE PRODUCTOS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0B2A64-C040-C2D4-83FB-93816EF74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820127"/>
              </p:ext>
            </p:extLst>
          </p:nvPr>
        </p:nvGraphicFramePr>
        <p:xfrm>
          <a:off x="709192" y="2627376"/>
          <a:ext cx="11058877" cy="2651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FILTROS Y SEGMENTACIONES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Comparativos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con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periodos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anteriores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(YoY, MoM) y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tendencias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Evaluar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si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se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quiere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medir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a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nivel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SKU, familia,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categoría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línea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productos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/>
                        <a:t>INDICADORES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Definir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qué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es "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desempeño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": Para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algunos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productos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será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ventas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para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otros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margen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rotación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satisfacción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del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cliente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Identifica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los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KPI que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realmente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miden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valor. 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797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294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411DC-3F6C-EEDB-F5BE-AE47BB39D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F83-DF6F-837E-3891-C1D0255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F75DD0-181E-BD50-ECC0-7EB85EAA735F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9B3218-3155-22D7-B492-F08A57E0AD45}"/>
              </a:ext>
            </a:extLst>
          </p:cNvPr>
          <p:cNvSpPr txBox="1"/>
          <p:nvPr/>
        </p:nvSpPr>
        <p:spPr>
          <a:xfrm>
            <a:off x="525863" y="1712897"/>
            <a:ext cx="11142018" cy="3847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04 - DESEMPEÑO DE PRODUCTOS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642669-CC2F-F179-5EC5-08F8DB31E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65356"/>
              </p:ext>
            </p:extLst>
          </p:nvPr>
        </p:nvGraphicFramePr>
        <p:xfrm>
          <a:off x="709192" y="2627376"/>
          <a:ext cx="11058877" cy="3383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MEDIDAS DAX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01 - Ventas Totales: 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Ventas Totales = SUM(Ventas[Venta]) </a:t>
                      </a:r>
                      <a:endParaRPr lang="en-US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02 - Cantidad Vendida: 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Unidades Vendidas = SUM(Ventas[Cantidad]) </a:t>
                      </a:r>
                      <a:endParaRPr lang="en-US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03 - Costo Total: 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Coste Total = SUM(Ventas[Coste]) </a:t>
                      </a:r>
                      <a:endParaRPr lang="en-US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800" b="0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04 - Margen Bruto: 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05 - Rentabilidad por producto: 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06 - Participación en ventas totales (por producto): 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07- Ranking de productos más vendidos: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sz="1800" b="0" u="none" strike="noStrike" baseline="0" noProof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9227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937F6-BAC4-E7FF-9A5A-4D7266ABE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0CEF-9E36-E732-DA88-23737A1D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EA7D23-A6BD-035E-9D87-F9A817EB1B81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63B6B-688B-91AC-A668-F1AA80792381}"/>
              </a:ext>
            </a:extLst>
          </p:cNvPr>
          <p:cNvSpPr txBox="1"/>
          <p:nvPr/>
        </p:nvSpPr>
        <p:spPr>
          <a:xfrm>
            <a:off x="525863" y="1712897"/>
            <a:ext cx="1114201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05 – MARKETING DIGITAL</a:t>
            </a: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83B7959-6914-B739-078A-28DFB46287A3}"/>
              </a:ext>
            </a:extLst>
          </p:cNvPr>
          <p:cNvGraphicFramePr>
            <a:graphicFrameLocks noGrp="1"/>
          </p:cNvGraphicFramePr>
          <p:nvPr/>
        </p:nvGraphicFramePr>
        <p:xfrm>
          <a:off x="709192" y="2627376"/>
          <a:ext cx="11058877" cy="32004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USO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Medir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campañas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tráfico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web,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conversiones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ROI.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ORÍGENES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Google Analytics, redes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sociales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plataformas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email marketing.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25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TRANSFORMACIONES COMUNES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Unificación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fuentes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cálculo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tasas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conversión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limpieza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URLs.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1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Modelo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con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hechos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campañas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dimensiones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canales,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fechas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audiencias.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89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ELEMENTOS VISUALES SUGERIDOS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Gráficos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líneas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embudos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conversión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tarjetas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KPIs,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segmentadores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canal.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2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746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7A623-1FBA-8249-57B6-C5B56D12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B099-4301-D401-50D8-53419770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386422F-9179-18B9-8920-38B5D56A7408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850FFE-D39E-074D-0C1C-6088A21DF1A6}"/>
              </a:ext>
            </a:extLst>
          </p:cNvPr>
          <p:cNvSpPr txBox="1"/>
          <p:nvPr/>
        </p:nvSpPr>
        <p:spPr>
          <a:xfrm>
            <a:off x="525863" y="1712897"/>
            <a:ext cx="11142018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05 – MARKETING DIGITAL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958B61-669E-394C-5600-19D7F937C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084963"/>
              </p:ext>
            </p:extLst>
          </p:nvPr>
        </p:nvGraphicFramePr>
        <p:xfrm>
          <a:off x="709192" y="2627376"/>
          <a:ext cx="11058877" cy="15544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/>
                        <a:t>INDICADORES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Más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allá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comprobar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el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tráfico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es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necesario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comprobar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métricas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eficiencia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rentabilidad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(CPA, ROAS, CPL...).</a:t>
                      </a:r>
                      <a:endParaRPr lang="en-US" dirty="0"/>
                    </a:p>
                    <a:p>
                      <a:pPr lvl="0"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79789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/>
                        <a:t>GRANULARIDAD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Evaluar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si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el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análisis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será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campaña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anuncio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palabra clave 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tipo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audiencia.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27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75728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7BB30-37AA-F40B-7AA2-D7CF4FB2D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F596-710F-5B76-CE22-31FF09521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65EB24-A06C-0A36-D8E5-EE1633AA01E7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8A536-F142-AC34-6D19-F0B5994F67BE}"/>
              </a:ext>
            </a:extLst>
          </p:cNvPr>
          <p:cNvSpPr txBox="1"/>
          <p:nvPr/>
        </p:nvSpPr>
        <p:spPr>
          <a:xfrm>
            <a:off x="525863" y="1712897"/>
            <a:ext cx="11142018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05 – MARKETING DIGITAL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690B68-78FB-DAB0-49AA-6B92F84A1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1952857"/>
              </p:ext>
            </p:extLst>
          </p:nvPr>
        </p:nvGraphicFramePr>
        <p:xfrm>
          <a:off x="709192" y="2627376"/>
          <a:ext cx="11058877" cy="36576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MEDIDAS DAX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01 – Clics Totales: </a:t>
                      </a:r>
                      <a:endParaRPr lang="en-US" sz="1800" b="1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 Total Clics = SUM(Marketing[Clics]) </a:t>
                      </a:r>
                      <a:endParaRPr lang="en-US" sz="1800" b="1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02 - Impresiones totales:  </a:t>
                      </a:r>
                      <a:endParaRPr lang="en-US" sz="1800" b="1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Total Impresiones = SUM(Marketing[Impresiones]) </a:t>
                      </a:r>
                      <a:endParaRPr lang="es-E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03 - Tasa de Clics </a:t>
                      </a:r>
                      <a:endParaRPr lang="en-US" sz="1800" b="1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CTR (%) = DIVIDE([Total Clics], [Total Impresiones]) </a:t>
                      </a:r>
                      <a:endParaRPr lang="es-E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800" b="1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04 – Conversiones totales </a:t>
                      </a:r>
                      <a:endParaRPr lang="en-US" sz="1800" b="1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05 - Tasa de conversión</a:t>
                      </a:r>
                      <a:endParaRPr lang="en-US" sz="1800" b="1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06 – Costo total invertido </a:t>
                      </a:r>
                      <a:endParaRPr lang="en-US" sz="1800" b="1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07 - CPA (Costo por Adquisición)</a:t>
                      </a:r>
                      <a:endParaRPr lang="es-ES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08 - ROAS (Retorno sobre gasto en publicidad): </a:t>
                      </a:r>
                      <a:endParaRPr lang="es-ES" dirty="0"/>
                    </a:p>
                    <a:p>
                      <a:pPr lvl="0">
                        <a:buNone/>
                      </a:pPr>
                      <a:endParaRPr lang="en-US" sz="1800" b="0" u="none" strike="noStrike" baseline="0" noProof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72240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1E8F8-00A9-0832-CC68-8158D455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7E2E-7BD4-0178-B94C-6137C6C36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9EECB89-CDE1-8EBE-BE2F-766F5825894C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232416-69AF-9D70-D8BB-5415CBAC9F1B}"/>
              </a:ext>
            </a:extLst>
          </p:cNvPr>
          <p:cNvSpPr txBox="1"/>
          <p:nvPr/>
        </p:nvSpPr>
        <p:spPr>
          <a:xfrm>
            <a:off x="525863" y="1712897"/>
            <a:ext cx="1114201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06 – ATENCIÓN AL CLIENTE</a:t>
            </a: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A41425-56B2-1FFC-C293-DB4E395DA13F}"/>
              </a:ext>
            </a:extLst>
          </p:cNvPr>
          <p:cNvGraphicFramePr>
            <a:graphicFrameLocks noGrp="1"/>
          </p:cNvGraphicFramePr>
          <p:nvPr/>
        </p:nvGraphicFramePr>
        <p:xfrm>
          <a:off x="709192" y="2627376"/>
          <a:ext cx="11058877" cy="32004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USO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Analizar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tiempos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respuesta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satisfacción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volumen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tickets.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ORÍGENES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Sistemas de tickets,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encuestas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satisfacción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CRM.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25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TRANSFORMACIONES COMUNES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Clasificación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tickets,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cálculo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tiempos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promedio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limpieza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texto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1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Modelo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con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hechos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interacciones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dimensiones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clientes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agentes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fechas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89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ELEMENTOS VISUALES SUGERIDOS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Gráficos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barras,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indicadores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SLA, matrices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satisfacción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segmentadores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canal.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2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09981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85B38-8470-F278-6945-5BFE95DA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2B0B9-AB9C-28E8-A69A-F0B124B18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40D6FD8-326D-0E81-A124-E6B6E5B92501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F5544-19DA-3E1A-97FA-DF4859F9A64B}"/>
              </a:ext>
            </a:extLst>
          </p:cNvPr>
          <p:cNvSpPr txBox="1"/>
          <p:nvPr/>
        </p:nvSpPr>
        <p:spPr>
          <a:xfrm>
            <a:off x="525863" y="1712897"/>
            <a:ext cx="11142018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06 – ATENCIÓN AL CLIENTE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C42C72-513A-660E-06A4-1F757F6E6A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2950362"/>
              </p:ext>
            </p:extLst>
          </p:nvPr>
        </p:nvGraphicFramePr>
        <p:xfrm>
          <a:off x="709192" y="2627376"/>
          <a:ext cx="11058877" cy="26517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CATEGORÍA ÚTILES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Tipo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solicitud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: consulta,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queja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reclamo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felicitación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endParaRPr lang="en-US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Canal: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teléfono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email, chat, redes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sociales</a:t>
                      </a:r>
                      <a:endParaRPr lang="en-US" dirty="0" err="1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Nivel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prioridad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o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urgencia</a:t>
                      </a:r>
                      <a:endParaRPr lang="en-US" dirty="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/>
                        <a:t>TIEMPOS CLAVE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- Tiempo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primera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respuesta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endParaRPr lang="en-US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- Tiempo de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resolución</a:t>
                      </a:r>
                      <a:endParaRPr lang="en-US" dirty="0" err="1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Calibri"/>
                        <a:buChar char="-"/>
                      </a:pP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SLA 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cumplidos</a:t>
                      </a:r>
                      <a:r>
                        <a:rPr lang="en-US" sz="18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/</a:t>
                      </a:r>
                      <a:r>
                        <a:rPr lang="en-US" sz="18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incumplidos</a:t>
                      </a:r>
                      <a:endParaRPr lang="en-US" dirty="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lvl="0"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797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2970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E098E-CE78-8858-D4FA-BBAAB198D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3238D-D472-90F4-B373-9336A2646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D63D7F8-4A90-DB12-E48C-967295CF36FF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ADA42-B2AC-6894-9403-AC1AA00B4806}"/>
              </a:ext>
            </a:extLst>
          </p:cNvPr>
          <p:cNvSpPr txBox="1"/>
          <p:nvPr/>
        </p:nvSpPr>
        <p:spPr>
          <a:xfrm>
            <a:off x="525863" y="1712897"/>
            <a:ext cx="11142018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06 – ATENCIÓN AL CLIENTE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FA21420-698F-CD27-2BCD-551D80D95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182079"/>
              </p:ext>
            </p:extLst>
          </p:nvPr>
        </p:nvGraphicFramePr>
        <p:xfrm>
          <a:off x="709192" y="2627376"/>
          <a:ext cx="11058877" cy="2987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MEDIDAS DAX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01 – Total tickets atendidos</a:t>
                      </a:r>
                      <a:endParaRPr lang="en-U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Tickets Atendidos = COUNT(Tickets[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IDTicket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]) </a:t>
                      </a:r>
                      <a:endParaRPr lang="es-ES" sz="1600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02 – Tiempo promedio de respuesta (en horas) </a:t>
                      </a:r>
                      <a:endParaRPr lang="es-E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Tiempo Respuesta 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Prom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 = AVERAGE(Tickets[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HorasPrimeraRespuesta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]) </a:t>
                      </a:r>
                      <a:endParaRPr lang="es-ES" sz="1600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03 – Tiempo promedio de resolución</a:t>
                      </a:r>
                      <a:endParaRPr lang="es-E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Tiempo Resolución 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Prom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 = AVERAGE(Tickets[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HorasResolucion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]) </a:t>
                      </a:r>
                      <a:endParaRPr lang="es-ES" sz="1600" b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04 – SLA cumplido (%) </a:t>
                      </a:r>
                      <a:endParaRPr lang="es-E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05 – Satisfacción promedio ( CSAT) </a:t>
                      </a:r>
                      <a:endParaRPr lang="es-E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06 – Tickets abiertos por agente </a:t>
                      </a:r>
                      <a:endParaRPr lang="es-ES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Tickets por Agente = COUNT(Tickets[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IDTicket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]) </a:t>
                      </a:r>
                      <a:endParaRPr lang="es-ES" sz="1600" b="0" dirty="0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ES" sz="1800" b="1" i="0" u="none" strike="noStrike" baseline="0" noProof="0" dirty="0">
                        <a:solidFill>
                          <a:srgbClr val="000000"/>
                        </a:solidFill>
                        <a:latin typeface="Apto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949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67DDB-6113-B35C-A790-79FDFC55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2DE0C-9E34-AE56-C94A-F330B2DFD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0AE214-3280-A25A-1D46-34A3662099C6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7710A6-AA15-3560-F0CB-C93B8EC1A263}"/>
              </a:ext>
            </a:extLst>
          </p:cNvPr>
          <p:cNvSpPr txBox="1"/>
          <p:nvPr/>
        </p:nvSpPr>
        <p:spPr>
          <a:xfrm>
            <a:off x="525863" y="1712897"/>
            <a:ext cx="11142018" cy="23698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07 – SEGUIMIENTO DE PROYECTOS</a:t>
            </a:r>
            <a:endParaRPr lang="en-US" sz="3200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2DFAD9-EE88-2241-8841-918AB3DAAD32}"/>
              </a:ext>
            </a:extLst>
          </p:cNvPr>
          <p:cNvGraphicFramePr>
            <a:graphicFrameLocks noGrp="1"/>
          </p:cNvGraphicFramePr>
          <p:nvPr/>
        </p:nvGraphicFramePr>
        <p:xfrm>
          <a:off x="709192" y="2627376"/>
          <a:ext cx="11058877" cy="32004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USO PRINCIPAL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Controlar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avances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tiempos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costos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desviaciones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ORÍGENES DE 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Herramientas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gestión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proyectos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(MS Project, Jira, Trello), hojas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seguimiento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258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TRANSFORMACIONES COMUNES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Cálculo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%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completado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diferencias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entre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planificado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real,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consolidación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tareas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81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Modelo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con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hechos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tareas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y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dimensiones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proyectos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responsables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fechas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89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/>
                        <a:t>ELEMENTOS VISUALES SUGERIDOS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Gráficos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Gantt,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tarjetas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avance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líneas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tiempo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segmentadores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por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20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estado</a:t>
                      </a:r>
                      <a:r>
                        <a:rPr lang="en-US" sz="20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29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8054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C7332-0173-44F0-7759-4216E26A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E39E-0394-547F-689C-14B27D987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F7D2D-EF96-F455-A5C6-D2205A3ED0ED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8DC18-1CF9-30FD-7904-56036D676A89}"/>
              </a:ext>
            </a:extLst>
          </p:cNvPr>
          <p:cNvSpPr txBox="1"/>
          <p:nvPr/>
        </p:nvSpPr>
        <p:spPr>
          <a:xfrm>
            <a:off x="525863" y="1712897"/>
            <a:ext cx="11142018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07 – SEGUIMIENTO DE PROYECTOS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pPr marL="342900" indent="-342900">
              <a:buFont typeface="Arial"/>
              <a:buChar char="•"/>
            </a:pPr>
            <a:endParaRPr lang="en-US" sz="2000"/>
          </a:p>
          <a:p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dirty="0"/>
          </a:p>
          <a:p>
            <a:pPr marL="342900" indent="-342900">
              <a:buFont typeface="Arial"/>
              <a:buChar char="•"/>
            </a:pPr>
            <a:endParaRPr lang="en-US" sz="2000" b="1" dirty="0"/>
          </a:p>
          <a:p>
            <a:br>
              <a:rPr lang="en-US" dirty="0"/>
            </a:b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200AA3-E72A-9B36-F40F-478EE76BA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620085"/>
              </p:ext>
            </p:extLst>
          </p:nvPr>
        </p:nvGraphicFramePr>
        <p:xfrm>
          <a:off x="709192" y="2627376"/>
          <a:ext cx="11058877" cy="27127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MÉTRICAS CLAVE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% </a:t>
                      </a:r>
                      <a:r>
                        <a:rPr lang="en-U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completado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endParaRPr lang="en-US" sz="160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Tiempo </a:t>
                      </a:r>
                      <a:r>
                        <a:rPr lang="en-U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planificado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vs. real</a:t>
                      </a:r>
                      <a:endParaRPr lang="en-US" sz="160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Presupuesto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6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consumido</a:t>
                      </a:r>
                      <a:endParaRPr lang="en-US" sz="1600" err="1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Riesgos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o </a:t>
                      </a:r>
                      <a:r>
                        <a:rPr lang="en-U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desviaciones</a:t>
                      </a:r>
                      <a:endParaRPr lang="en-US" sz="1600" dirty="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1" dirty="0"/>
                        <a:t>DIMENSIONES ÚTILES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Categorías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de </a:t>
                      </a:r>
                      <a:r>
                        <a:rPr lang="en-U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proyectos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(IT, Marketing, Obras, etc.) </a:t>
                      </a:r>
                      <a:endParaRPr lang="en-US" sz="160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Ubicación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o </a:t>
                      </a:r>
                      <a:r>
                        <a:rPr lang="en-U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cliente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final</a:t>
                      </a:r>
                      <a:endParaRPr lang="en-US" sz="1600" dirty="0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buFont typeface="Arial"/>
                        <a:buChar char="•"/>
                      </a:pP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Estado: </a:t>
                      </a:r>
                      <a:r>
                        <a:rPr lang="en-US" sz="16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en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 </a:t>
                      </a:r>
                      <a:r>
                        <a:rPr lang="en-US" sz="16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curso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6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retrasado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6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finalizado</a:t>
                      </a:r>
                      <a:r>
                        <a:rPr lang="en-U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, </a:t>
                      </a:r>
                      <a:r>
                        <a:rPr lang="en-US" sz="1600" b="0" i="0" u="none" strike="noStrike" baseline="0" noProof="0" err="1">
                          <a:solidFill>
                            <a:srgbClr val="000000"/>
                          </a:solidFill>
                          <a:latin typeface="Bierstadt"/>
                        </a:rPr>
                        <a:t>cancelado</a:t>
                      </a:r>
                      <a:endParaRPr lang="en-US" sz="1600" err="1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  <a:p>
                      <a:pPr lvl="0">
                        <a:buNone/>
                      </a:pPr>
                      <a:endParaRPr lang="en-US" sz="1800" b="0" i="0" u="none" strike="noStrike" baseline="0" noProof="0" dirty="0">
                        <a:solidFill>
                          <a:srgbClr val="000000"/>
                        </a:solidFill>
                        <a:latin typeface="Bierstad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7978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640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37F3-4DF6-48DC-59D0-D7C3857B3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1E1D4-AEE5-4F17-9E98-F979A8618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n-US" sz="4900" dirty="0"/>
              <a:t>TIPOS DE INFORMES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231AEEF-C3CC-16DD-1B3B-C030A47B9F0A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DA7C3A-C8EF-6F1F-4F13-DAD91E1F7C17}"/>
              </a:ext>
            </a:extLst>
          </p:cNvPr>
          <p:cNvSpPr txBox="1"/>
          <p:nvPr/>
        </p:nvSpPr>
        <p:spPr>
          <a:xfrm>
            <a:off x="525863" y="1712897"/>
            <a:ext cx="11142018" cy="23391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/>
              <a:t>07 – SEGUIMIENTO DE PROYECTOS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7729406-88D8-F06C-BADC-A7DEE19F31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045826"/>
              </p:ext>
            </p:extLst>
          </p:nvPr>
        </p:nvGraphicFramePr>
        <p:xfrm>
          <a:off x="709192" y="2627376"/>
          <a:ext cx="11058877" cy="32918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3953982">
                  <a:extLst>
                    <a:ext uri="{9D8B030D-6E8A-4147-A177-3AD203B41FA5}">
                      <a16:colId xmlns:a16="http://schemas.microsoft.com/office/drawing/2014/main" val="3463105677"/>
                    </a:ext>
                  </a:extLst>
                </a:gridCol>
                <a:gridCol w="7104895">
                  <a:extLst>
                    <a:ext uri="{9D8B030D-6E8A-4147-A177-3AD203B41FA5}">
                      <a16:colId xmlns:a16="http://schemas.microsoft.com/office/drawing/2014/main" val="1956415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MEDIDAS DAX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600" b="1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01 - Porcentaje de avance por proyecto</a:t>
                      </a:r>
                      <a:endParaRPr lang="es-ES" sz="1600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Avance % = AVERAGE(Tareas[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Aptos"/>
                        </a:rPr>
                        <a:t>PorcentajeAvance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Aptos"/>
                        </a:rPr>
                        <a:t>]) </a:t>
                      </a:r>
                      <a:endParaRPr lang="es-ES" b="0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02 - </a:t>
                      </a:r>
                      <a:r>
                        <a:rPr lang="es-ES" sz="1600" b="1" i="0" u="none" strike="noStrike" baseline="0" noProof="0" dirty="0">
                          <a:solidFill>
                            <a:srgbClr val="000000"/>
                          </a:solidFill>
                        </a:rPr>
                        <a:t>Tareas completadas</a:t>
                      </a:r>
                      <a:endParaRPr lang="es-ES" sz="1600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Tareas Completadas = CALCULATE(COUNT(Tareas[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IDTarea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]), Tareas[Estado] = "</a:t>
                      </a:r>
                      <a:r>
                        <a:rPr lang="es-ES" sz="1600" b="0" i="0" u="none" strike="noStrike" baseline="0" noProof="0" dirty="0">
                          <a:solidFill>
                            <a:schemeClr val="accent6">
                              <a:lumMod val="49000"/>
                            </a:schemeClr>
                          </a:solidFill>
                          <a:latin typeface="Bierstadt"/>
                        </a:rPr>
                        <a:t>Completada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") </a:t>
                      </a:r>
                      <a:endParaRPr lang="es-ES" b="0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600" dirty="0"/>
                        <a:t>03 - </a:t>
                      </a:r>
                      <a:r>
                        <a:rPr lang="es-ES" sz="1600" b="1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Días de retraso (por tarea)</a:t>
                      </a:r>
                      <a:endParaRPr lang="es-ES" sz="1600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Retraso = DATEDIFF(Tareas[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FechaFinPlanificada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], Tareas[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FechaFinReal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], DAY)</a:t>
                      </a:r>
                      <a:endParaRPr lang="es-ES" b="0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600" b="1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04 - Presupuesto ejecutado</a:t>
                      </a:r>
                      <a:endParaRPr lang="es-ES" sz="1600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Costo Ejecutado = SUM(</a:t>
                      </a:r>
                      <a:r>
                        <a:rPr lang="es-ES" sz="1600" b="0" i="0" u="none" strike="noStrike" baseline="0" noProof="0" dirty="0" err="1">
                          <a:solidFill>
                            <a:srgbClr val="000000"/>
                          </a:solidFill>
                          <a:latin typeface="Bierstadt"/>
                        </a:rPr>
                        <a:t>FactCostes</a:t>
                      </a:r>
                      <a:r>
                        <a:rPr lang="es-ES" sz="1600" b="0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[Monto]) </a:t>
                      </a:r>
                      <a:endParaRPr lang="es-ES" b="0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600" b="1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05 - Presupuesto restante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600" b="1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06 - Tareas en riesgo (con retraso y no completadas)</a:t>
                      </a:r>
                      <a:endParaRPr lang="es-ES" sz="1600" dirty="0"/>
                    </a:p>
                    <a:p>
                      <a:pPr marL="0" lv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s-ES" sz="1600" b="1" i="0" u="none" strike="noStrike" baseline="0" noProof="0" dirty="0">
                          <a:solidFill>
                            <a:srgbClr val="000000"/>
                          </a:solidFill>
                          <a:latin typeface="Bierstadt"/>
                        </a:rPr>
                        <a:t>07 - Duración real promedio del proyecto</a:t>
                      </a:r>
                      <a:endParaRPr lang="es-ES" sz="1600" dirty="0"/>
                    </a:p>
                    <a:p>
                      <a:pPr lvl="0">
                        <a:buNone/>
                      </a:pPr>
                      <a:endParaRPr lang="en-US" sz="1800" b="0" u="none" strike="noStrike" baseline="0" noProof="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9179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8002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971503-0F2F-6832-DF89-927A0C90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C36A951-8DAC-53F5-8B95-51FCAD1A3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C1B56C-1FB8-BD19-28A0-853A26B77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72B9F2F1-C716-CD75-049A-B7BF7A12F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Gráficas financieras en una pantalla oscura">
            <a:extLst>
              <a:ext uri="{FF2B5EF4-FFF2-40B4-BE49-F238E27FC236}">
                <a16:creationId xmlns:a16="http://schemas.microsoft.com/office/drawing/2014/main" id="{F03763C5-589D-C040-937E-C860E36880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77" r="6" b="6"/>
          <a:stretch/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D309E88-B0E6-FF8C-B02A-E27AA0A8B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EF56FE-B3A6-80F7-2F68-01F07E79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1368478"/>
            <a:ext cx="11086221" cy="330951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6600" dirty="0"/>
              <a:t>PROXIMOS PASOS:</a:t>
            </a:r>
            <a:br>
              <a:rPr lang="en-US" sz="6600" dirty="0"/>
            </a:br>
            <a:endParaRPr lang="en-US" sz="5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61F942-4D3E-3A84-8D79-B83DBC1AB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5690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AF28-C479-88DD-E758-493FA6296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34CB-47C8-2F52-EE4C-0B4B9670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746533"/>
          </a:xfrm>
        </p:spPr>
        <p:txBody>
          <a:bodyPr>
            <a:noAutofit/>
          </a:bodyPr>
          <a:lstStyle/>
          <a:p>
            <a:r>
              <a:rPr lang="es-ES" sz="3200" dirty="0"/>
              <a:t>INFORME</a:t>
            </a:r>
            <a:endParaRPr lang="en-US" sz="3200" b="0" dirty="0"/>
          </a:p>
          <a:p>
            <a:endParaRPr lang="en-US" sz="49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B39D1BC-AF21-450A-1CAE-2157638F4E12}"/>
              </a:ext>
            </a:extLst>
          </p:cNvPr>
          <p:cNvSpPr txBox="1">
            <a:spLocks/>
          </p:cNvSpPr>
          <p:nvPr/>
        </p:nvSpPr>
        <p:spPr>
          <a:xfrm>
            <a:off x="517869" y="1720517"/>
            <a:ext cx="11157866" cy="42640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endParaRPr lang="en-US" sz="3600" u="sng"/>
          </a:p>
          <a:p>
            <a:pPr>
              <a:lnSpc>
                <a:spcPct val="90000"/>
              </a:lnSpc>
            </a:pPr>
            <a:br>
              <a:rPr lang="en-US" sz="2900" b="0"/>
            </a:br>
            <a:endParaRPr lang="en-US" sz="3300" b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ADD0C-FB51-3B85-4C1F-630D7C33B0DE}"/>
              </a:ext>
            </a:extLst>
          </p:cNvPr>
          <p:cNvSpPr txBox="1"/>
          <p:nvPr/>
        </p:nvSpPr>
        <p:spPr>
          <a:xfrm>
            <a:off x="516094" y="1722666"/>
            <a:ext cx="11120610" cy="4462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01 – ELEGIR UN TIPO DE INFORME (SUBIRÉ LOS TIPOS)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VENTAS Y RENTABILIDAD, 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INVENTARIO Y STOCK, </a:t>
            </a: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MARKETING DIGITAL </a:t>
            </a:r>
            <a:endParaRPr lang="en-US">
              <a:solidFill>
                <a:srgbClr val="000000"/>
              </a:solidFill>
            </a:endParaRPr>
          </a:p>
          <a:p>
            <a:pPr marL="800100" lvl="1" indent="-342900"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</a:rPr>
              <a:t>SEGUIMIENTO DE PROYECTOS </a:t>
            </a:r>
            <a:endParaRPr lang="en-US" dirty="0"/>
          </a:p>
          <a:p>
            <a:pPr marL="800100" lvl="1" indent="-342900">
              <a:buFont typeface="Courier New"/>
              <a:buChar char="o"/>
            </a:pP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</a:rPr>
              <a:t>02 – </a:t>
            </a:r>
            <a:r>
              <a:rPr lang="en-US" sz="2400" b="1" dirty="0">
                <a:solidFill>
                  <a:srgbClr val="000000"/>
                </a:solidFill>
              </a:rPr>
              <a:t>OBTENER DATOS UTILIZANDO LA IMPORTACIÓN</a:t>
            </a:r>
          </a:p>
          <a:p>
            <a:r>
              <a:rPr lang="en-US" sz="2400" dirty="0">
                <a:solidFill>
                  <a:srgbClr val="000000"/>
                </a:solidFill>
              </a:rPr>
              <a:t>03 – UTILIZAR </a:t>
            </a:r>
            <a:r>
              <a:rPr lang="en-US" sz="2400" b="1" dirty="0">
                <a:solidFill>
                  <a:srgbClr val="000000"/>
                </a:solidFill>
              </a:rPr>
              <a:t>POWER QUERY</a:t>
            </a:r>
            <a:r>
              <a:rPr lang="en-US" sz="2400" dirty="0">
                <a:solidFill>
                  <a:srgbClr val="000000"/>
                </a:solidFill>
              </a:rPr>
              <a:t> PARA TRANSFORMAR LOS DATOS</a:t>
            </a:r>
          </a:p>
          <a:p>
            <a:r>
              <a:rPr lang="en-US" sz="2400" dirty="0">
                <a:solidFill>
                  <a:srgbClr val="000000"/>
                </a:solidFill>
              </a:rPr>
              <a:t>04 – EXPORTAR DATOS A POWER BI DESDE POWER QUERY</a:t>
            </a:r>
          </a:p>
          <a:p>
            <a:r>
              <a:rPr lang="en-US" sz="2400" dirty="0">
                <a:solidFill>
                  <a:srgbClr val="000000"/>
                </a:solidFill>
              </a:rPr>
              <a:t>05 – MODELAR DATOS Y ESTABLECER RELACIONES</a:t>
            </a:r>
            <a:endParaRPr lang="en-US" dirty="0"/>
          </a:p>
          <a:p>
            <a:r>
              <a:rPr lang="en-US" sz="2400" dirty="0">
                <a:solidFill>
                  <a:srgbClr val="000000"/>
                </a:solidFill>
              </a:rPr>
              <a:t>06 – PREPARAR INFORME DESDE PANEL DE VISUALIZACIÓN</a:t>
            </a:r>
          </a:p>
          <a:p>
            <a:r>
              <a:rPr lang="en-US" sz="2400" dirty="0">
                <a:solidFill>
                  <a:srgbClr val="000000"/>
                </a:solidFill>
              </a:rPr>
              <a:t>07 – PUBLICAR (ENVIARLO POR CORREO)</a:t>
            </a:r>
          </a:p>
          <a:p>
            <a:pPr marL="342900" indent="-342900">
              <a:buFont typeface="Calibri"/>
              <a:buChar char="-"/>
            </a:pPr>
            <a:endParaRPr lang="en-US" sz="2000">
              <a:solidFill>
                <a:srgbClr val="FF0000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711062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B0203-52F9-303F-42D5-57A67203F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6CE652F-78A1-1ECC-6C04-56067BCC8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Gráfico económico digital">
            <a:extLst>
              <a:ext uri="{FF2B5EF4-FFF2-40B4-BE49-F238E27FC236}">
                <a16:creationId xmlns:a16="http://schemas.microsoft.com/office/drawing/2014/main" id="{9B90F332-A6B2-8D74-5A87-46543F5576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9338DD4D-704C-0643-AD1B-7EE043E0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9CB29E-5567-119E-E868-94C3FF8B29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9411854" cy="411530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8800">
                <a:solidFill>
                  <a:srgbClr val="FFFFFF"/>
                </a:solidFill>
              </a:rPr>
              <a:t>Gracias</a:t>
            </a:r>
            <a:br>
              <a:rPr lang="es-ES" sz="8000">
                <a:solidFill>
                  <a:srgbClr val="FFFFFF"/>
                </a:solidFill>
              </a:rPr>
            </a:br>
            <a:br>
              <a:rPr lang="es-ES" sz="8000">
                <a:solidFill>
                  <a:srgbClr val="FFFFFF"/>
                </a:solidFill>
              </a:rPr>
            </a:br>
            <a:r>
              <a:rPr lang="es-ES" sz="8000">
                <a:solidFill>
                  <a:srgbClr val="FFFFFF"/>
                </a:solidFill>
              </a:rPr>
              <a:t>FINAL SESION 06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DB692A6-D924-9C42-88FE-82E265BEDD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F18186-CBB6-C874-399C-D74E134EA9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039" y="6171871"/>
            <a:ext cx="1777233" cy="461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D043A5-587F-A33A-5DAD-E9BC44CA0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876" y="6171543"/>
            <a:ext cx="1841281" cy="46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43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42</Slides>
  <Notes>27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GestaltVTI</vt:lpstr>
      <vt:lpstr>ANALÍTICA DE DATOS  Y POWER BI  SESION 08  MODELADO Y VISUALIZACION DE DATOS</vt:lpstr>
      <vt:lpstr>SESIONES PENDIENTES</vt:lpstr>
      <vt:lpstr>TIPOS DE INFORMES EN POWER BI </vt:lpstr>
      <vt:lpstr>TIPOS DE INFORMES</vt:lpstr>
      <vt:lpstr>PASOS A SEGUIR EN LA PRÁCTICA </vt:lpstr>
      <vt:lpstr>PASOS A SEGUIR EN LA CREACIÓN DEL INFORME</vt:lpstr>
      <vt:lpstr>01 - IMPORTAR DATOS</vt:lpstr>
      <vt:lpstr>02 – TRANSFORMAR DATOS</vt:lpstr>
      <vt:lpstr>02 – TRANSFORMAR DATOS </vt:lpstr>
      <vt:lpstr>03 – MODELADO DE DATOS  </vt:lpstr>
      <vt:lpstr>03 – MODELADO DE DATOS</vt:lpstr>
      <vt:lpstr>04 – VISUALIZACIÓN DE DATOS </vt:lpstr>
      <vt:lpstr>04 – VISUALIZACIÓN DE DATOS </vt:lpstr>
      <vt:lpstr>04 – VISUALIZACIÓN DE DATOS </vt:lpstr>
      <vt:lpstr>05 – PERSONALIZACION DE DATOS </vt:lpstr>
      <vt:lpstr>05 – PERSONALIZACION DE DATOS </vt:lpstr>
      <vt:lpstr>06 – PUBLICACION DE DATOS </vt:lpstr>
      <vt:lpstr>CASOS PRÁCTICOS 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TIPOS DE INFORMES</vt:lpstr>
      <vt:lpstr>PROXIMOS PASOS: </vt:lpstr>
      <vt:lpstr>INFORME </vt:lpstr>
      <vt:lpstr>Gracias  FINAL SESION 06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517</cp:revision>
  <dcterms:created xsi:type="dcterms:W3CDTF">2025-05-06T11:53:30Z</dcterms:created>
  <dcterms:modified xsi:type="dcterms:W3CDTF">2025-06-23T08:02:10Z</dcterms:modified>
</cp:coreProperties>
</file>